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theme/theme2.xml" ContentType="application/vnd.openxmlformats-officedocument.theme+xml"/>
  <Override PartName="/ppt/slideMasters/theme/theme3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d72b3a5bd684cec" Type="http://schemas.openxmlformats.org/officeDocument/2006/relationships/officeDocument" Target="ppt/presentation.xml"/><Relationship Id="R84f266b371e142af" Type="http://schemas.openxmlformats.org/package/2006/relationships/metadata/core-properties" Target="docProps/core.xml"/><Relationship Id="Rd8a71573d3c44ac5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63a490b60f4157"/>
    <p:sldMasterId xmlns:r="http://schemas.openxmlformats.org/officeDocument/2006/relationships" id="2147483668" r:id="R4fbfaac3b19547aa"/>
  </p:sldMasterIdLst>
  <p:notesMasterIdLst>
    <p:notesMasterId xmlns:r="http://schemas.openxmlformats.org/officeDocument/2006/relationships" r:id="R0df597fb09394cff"/>
  </p:notesMasterIdLst>
  <p:sldIdLst>
    <p:sldId xmlns:r="http://schemas.openxmlformats.org/officeDocument/2006/relationships" id="256" r:id="R80b4f5c3661c4638"/>
    <p:sldId xmlns:ns0="http://schemas.openxmlformats.org/officeDocument/2006/relationships" id="274" ns0:id="rId25"/>
    <p:sldId xmlns:r="http://schemas.openxmlformats.org/officeDocument/2006/relationships" id="257" r:id="R6e69d7521ebc4027"/>
    <p:sldId xmlns:r="http://schemas.openxmlformats.org/officeDocument/2006/relationships" id="258" r:id="R69402fdfe1dc4762"/>
    <p:sldId xmlns:r="http://schemas.openxmlformats.org/officeDocument/2006/relationships" id="259" r:id="R0db09b2a4bc4478a"/>
    <p:sldId xmlns:r="http://schemas.openxmlformats.org/officeDocument/2006/relationships" id="260" r:id="R4daabf376fe94978"/>
    <p:sldId xmlns:r="http://schemas.openxmlformats.org/officeDocument/2006/relationships" id="261" r:id="R6c2e57ca99f94b4e"/>
    <p:sldId xmlns:r="http://schemas.openxmlformats.org/officeDocument/2006/relationships" id="262" r:id="R8b602e95294c4c6b"/>
    <p:sldId xmlns:r="http://schemas.openxmlformats.org/officeDocument/2006/relationships" id="263" r:id="R5702d3e9e31a4da2"/>
    <p:sldId xmlns:r="http://schemas.openxmlformats.org/officeDocument/2006/relationships" id="264" r:id="R48004cf857884d33"/>
    <p:sldId xmlns:ns0="http://schemas.openxmlformats.org/officeDocument/2006/relationships" id="275" ns0:id="rId26"/>
    <p:sldId xmlns:r="http://schemas.openxmlformats.org/officeDocument/2006/relationships" id="265" r:id="Rca87791848cb46ea"/>
    <p:sldId xmlns:r="http://schemas.openxmlformats.org/officeDocument/2006/relationships" id="266" r:id="R0f1326d229cd44de"/>
    <p:sldId xmlns:r="http://schemas.openxmlformats.org/officeDocument/2006/relationships" id="267" r:id="R62ca3d5858e9444f"/>
    <p:sldId xmlns:r="http://schemas.openxmlformats.org/officeDocument/2006/relationships" id="268" r:id="R28ed97bbe2174904"/>
    <p:sldId xmlns:r="http://schemas.openxmlformats.org/officeDocument/2006/relationships" id="269" r:id="R93adf60f482a44e7"/>
    <p:sldId xmlns:ns0="http://schemas.openxmlformats.org/officeDocument/2006/relationships" id="270" ns0:id="rId21"/>
    <p:sldId xmlns:ns0="http://schemas.openxmlformats.org/officeDocument/2006/relationships" id="271" ns0:id="rId22"/>
    <p:sldId xmlns:ns0="http://schemas.openxmlformats.org/officeDocument/2006/relationships" id="272" ns0:id="rId23"/>
    <p:sldId xmlns:ns0="http://schemas.openxmlformats.org/officeDocument/2006/relationships" id="273" ns0:id="rId24"/>
  </p:sldIdLst>
  <p:sldSz cx="9144000" cy="51435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8B2C93E4-10FB-4A39-B044-3B0CD296255B}">
  <a:tblStyle styleId="{8B2C93E4-10FB-4A39-B044-3B0CD296255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C722FF21-FDEC-44E1-8A18-1AC941FBFF8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0db09b2a4bc4478a" Type="http://schemas.openxmlformats.org/officeDocument/2006/relationships/slide" Target="slides/slide4.xml"/><Relationship Id="R0df597fb09394cff" Type="http://schemas.openxmlformats.org/officeDocument/2006/relationships/notesMaster" Target="notesMasters/notesMaster1.xml"/><Relationship Id="R0f1326d229cd44de" Type="http://schemas.openxmlformats.org/officeDocument/2006/relationships/slide" Target="slides/slide11.xml"/><Relationship Id="R28ed97bbe2174904" Type="http://schemas.openxmlformats.org/officeDocument/2006/relationships/slide" Target="slides/slide13.xml"/><Relationship Id="R3be0c537b4ee49f6" Type="http://schemas.openxmlformats.org/officeDocument/2006/relationships/tableStyles" Target="tableStyles.xml"/><Relationship Id="R48004cf857884d33" Type="http://schemas.openxmlformats.org/officeDocument/2006/relationships/slide" Target="slides/slide9.xml"/><Relationship Id="R4daabf376fe94978" Type="http://schemas.openxmlformats.org/officeDocument/2006/relationships/slide" Target="slides/slide5.xml"/><Relationship Id="R4fbfaac3b19547aa" Type="http://schemas.openxmlformats.org/officeDocument/2006/relationships/slideMaster" Target="slideMasters/slideMaster2.xml"/><Relationship Id="R53ad76850f1b4445" Type="http://schemas.openxmlformats.org/officeDocument/2006/relationships/theme" Target="theme/theme1.xml"/><Relationship Id="R55c52519a5eb4f11" Type="http://schemas.openxmlformats.org/officeDocument/2006/relationships/presProps" Target="presProps.xml"/><Relationship Id="R5702d3e9e31a4da2" Type="http://schemas.openxmlformats.org/officeDocument/2006/relationships/slide" Target="slides/slide8.xml"/><Relationship Id="R62ca3d5858e9444f" Type="http://schemas.openxmlformats.org/officeDocument/2006/relationships/slide" Target="slides/slide12.xml"/><Relationship Id="R69402fdfe1dc4762" Type="http://schemas.openxmlformats.org/officeDocument/2006/relationships/slide" Target="slides/slide3.xml"/><Relationship Id="R6c2e57ca99f94b4e" Type="http://schemas.openxmlformats.org/officeDocument/2006/relationships/slide" Target="slides/slide6.xml"/><Relationship Id="R6e69d7521ebc4027" Type="http://schemas.openxmlformats.org/officeDocument/2006/relationships/slide" Target="slides/slide2.xml"/><Relationship Id="R80b4f5c3661c4638" Type="http://schemas.openxmlformats.org/officeDocument/2006/relationships/slide" Target="slides/slide1.xml"/><Relationship Id="R8b602e95294c4c6b" Type="http://schemas.openxmlformats.org/officeDocument/2006/relationships/slide" Target="slides/slide7.xml"/><Relationship Id="R93adf60f482a44e7" Type="http://schemas.openxmlformats.org/officeDocument/2006/relationships/slide" Target="slides/slide14.xml"/><Relationship Id="Rca87791848cb46ea" Type="http://schemas.openxmlformats.org/officeDocument/2006/relationships/slide" Target="slides/slide10.xml"/><Relationship Id="Rf363a490b60f4157" Type="http://schemas.openxmlformats.org/officeDocument/2006/relationships/slideMaster" Target="slideMasters/slideMaster1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1ab1cd55551a4364" Type="http://schemas.openxmlformats.org/officeDocument/2006/relationships/theme" Target="theme/theme4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Quoting App Pitch Deck by Slidesgo">
  <a:themeElements>
    <a:clrScheme name="Simple Light">
      <a:dk1>
        <a:srgbClr val="24282A"/>
      </a:dk1>
      <a:lt1>
        <a:srgbClr val="F1E7D6"/>
      </a:lt1>
      <a:dk2>
        <a:srgbClr val="FCF6E7"/>
      </a:dk2>
      <a:lt2>
        <a:srgbClr val="EEBB90"/>
      </a:lt2>
      <a:accent1>
        <a:srgbClr val="E6907D"/>
      </a:accent1>
      <a:accent2>
        <a:srgbClr val="DD4F3D"/>
      </a:accent2>
      <a:accent3>
        <a:srgbClr val="BBC8BA"/>
      </a:accent3>
      <a:accent4>
        <a:srgbClr val="538786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91db6b2d6383454f" Type="http://schemas.openxmlformats.org/officeDocument/2006/relationships/notesMaster" Target="../notesMasters/notesMaster1.xml"/><Relationship Id="Rb357b197ed1d45c6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81d9abe1491c443a" Type="http://schemas.openxmlformats.org/officeDocument/2006/relationships/notesMaster" Target="../notesMasters/notesMaster1.xml"/><Relationship Id="R9934d0889018405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18c8d691715143eb" Type="http://schemas.openxmlformats.org/officeDocument/2006/relationships/notesMaster" Target="../notesMasters/notesMaster1.xml"/><Relationship Id="R202182a555eb4ce0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b1fd8e00cf55428e" Type="http://schemas.openxmlformats.org/officeDocument/2006/relationships/notesMaster" Target="../notesMasters/notesMaster1.xml"/><Relationship Id="Rec9e8ffb4ff44a7b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407242d88a2e4f3f" Type="http://schemas.openxmlformats.org/officeDocument/2006/relationships/notesMaster" Target="../notesMasters/notesMaster1.xml"/><Relationship Id="Rffd24321cbaf4090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4089206fe1d149b0" Type="http://schemas.openxmlformats.org/officeDocument/2006/relationships/slide" Target="../slides/slide6.xml"/><Relationship Id="Rb658c572c4dc45ee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46f81eb611aa4972" Type="http://schemas.openxmlformats.org/officeDocument/2006/relationships/notesMaster" Target="../notesMasters/notesMaster1.xml"/><Relationship Id="R57ba85d5040847cd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e0022df3ef494129" Type="http://schemas.openxmlformats.org/officeDocument/2006/relationships/notesMaster" Target="../notesMasters/notesMaster1.xml"/><Relationship Id="Re584f89c67aa4223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eb2f44d764f94ce7" Type="http://schemas.openxmlformats.org/officeDocument/2006/relationships/notesMaster" Target="../notesMasters/notesMaster1.xml"/><Relationship Id="Ree55835c9cc14e91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1cc11f98c0254885" Type="http://schemas.openxmlformats.org/officeDocument/2006/relationships/slide" Target="../slides/slide10.xml"/><Relationship Id="Rac51a1f4418642ba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36f80d84a7a34825" Type="http://schemas.openxmlformats.org/officeDocument/2006/relationships/slide" Target="../slides/slide11.xml"/><Relationship Id="Rbf80d7beee2c4210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5e0318850cc34051" Type="http://schemas.openxmlformats.org/officeDocument/2006/relationships/slide" Target="../slides/slide12.xml"/><Relationship Id="R73725c6d7ebf4e3a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929b3d927e6d4a05" Type="http://schemas.openxmlformats.org/officeDocument/2006/relationships/slide" Target="../slides/slide13.xml"/><Relationship Id="Rc2a9355d014b4cc8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25e7c68403734e42" Type="http://schemas.openxmlformats.org/officeDocument/2006/relationships/slide" Target="../slides/slide14.xml"/><Relationship Id="R72ba3ade133f406d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开场：我们把Campus Agent定义为“自动化的自己”。用户决定目标，系统维护个人情境、整理材料并组织可执行任务，在授权边界内逐步承担重复事务。校园是首个落地场景。这是用户确认的新定位，并非已取得全面自主执行成效。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用“我想准备竞赛，但每天还有课程和其他任务”举例。这里描述待验证的典型负担，不把痛点描述冒充问卷比例。项目价值是减少持续协调事务的成本。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这是产品目标闭环。已实现任务状态管理与计划缓存/重算机制，不等于所有工作都自动完成。主动发现外部机会、定时执行和跨系统操作尚未作为已完成能力陈述。材料依据：2026-10-19 v0.2技术方案与测试佐证；源码基线1ec6ee20b75ccdf2b29a133e5fe491f8d2b51e2a。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“自动化的自己”指系统按照个人目标处理事务，不意味着复制人格或替用户作所有决定。当前版本通过人工确认控制重要写入，未实现的自主执行能力进入后续试点。材料依据：2026-10-19 v0.2技术方案与测试佐证；源码基线1ec6ee20b75ccdf2b29a133e5fe491f8d2b51e2a。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用明确的示意案例说明输入、个人情境和任务候选如何衔接。不是独立真实效果评测，也不冒充模型调用录屏。实际答辩演示应使用冻结版本完成材料输入、核对、确认与计划读取。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持续记忆当前使用明确规则维护事实、重要度与容量。语义去重与记忆质量仍需进一步评测。计划缓存读取不会直接触发新的模型请求。材料依据：2026-10-19 v0.2技术方案与测试佐证；源码基线1ec6ee20b75ccdf2b29a133e5fe491f8d2b51e2a。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清楚区分当前能力与未来方向，避免把“自动化的自己”写成已经全面自主运行的产品。已实现的范围以2026-10-19材料为准，不宣称已完成后台持续监控、自动报名或外部系统提交。材料依据：2026-10-19 v0.2技术方案与测试佐证；源码基线1ec6ee20b75ccdf2b29a133e5fe491f8d2b51e2a。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图中箭头表示各层协作关系，非声称数据库位于模型内部。前端和模型都不能绕过后端业务规则。远程供应商承担语言理解，系统不宣称自研基础模型。材料依据：2026-10-19 v0.2技术方案与测试佐证；源码基线1ec6ee20b75ccdf2b29a133e5fe491f8d2b51e2a。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举例：模型生成期间用户修改了任务，执行前应重新复核。每日计划结构校验与缓存治理已由受控测试覆盖，不能据此推导所有真实通知都能正确抽取。材料依据：2026-10-19 v0.2技术方案与测试佐证；源码基线1ec6ee20b75ccdf2b29a133e5fe491f8d2b51e2a。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这是已上线的需求验证入口，截图来自2026-10-17临时数据库浏览器测试，不含生产用户信息。链接https://survey.zozovip.work/play。原调研的问题措辞早于本次定位调整，分析时需要记录该限制；问卷意愿不能直接证明新定位的真实使用收益。未访问生产库、未填入未经核验的比例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此页是评测设计，不是结果。必须先统一人工标注和任务匹配标准，并通过交叉顺序控制熟悉材料的影响。对比方法应固定模型、版本与参数，保留失败案例。来源：2026-10-19测试与效果佐证。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来源：2026-10-19 v0.2测试报告：234项后端测试通过，前端三项检查成功，ESLint有9条既有警告。37项是10月17日问卷各分组22+6+6+3检查，不是核心智能体的37项测试。本次沿用已存证结果，未重新执行应用回归。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从自愿校园用户开始，先证明信息到任务链路能减少真实负担，再扩展持续推进能力。用户档案和材料可能包含隐私，模型调用需要知情。沿用开源课表底座并保留MIT许可，增量以提交历史说明。无未经确认的团队成员、商业收入或合作声明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结语：我们希望让个人目标不止停留在一次对话，而能进入日常事务的持续组织和推进。当前交付是有人工确认与课程约束的信息到任务应用，下一阶段以真实试点验证收益。保留用户所提供Slidesgo模板的署名。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被问「哪些是你们做的」时翻这页：上游 MIT 署名保留，增量按提交历史说明。不把完整上游代码算成团队原创，也不把外部模型的表达能力算成自研能力。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被问数据处理时用这页，不要说成「数据绝对不出本地」。同时说明模型调用需要知情、只发送必要上下文。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被追问数字时先报版本和日期，再说它能证明什么。工程通过数不等于模型准确率，也不等于用户满意度。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主动说不足比被问出来更稳，每条不足后面都给补足方式。不承诺未排期的完成时间，也不把调研目标写成已有样本。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开场三十秒把结论说清楚：问题、做法、现状各一句。后面每一页都是在展开这三句话，评委如果只记住一页，就是这一页。不报未经验证的效果数字。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评委常问「这不就是调个模型吗」。回答分三点：一是候选必须先经人确认才落库；二是执行前复核数据基准，旧建议会失效；三是结果落在任务与计划里，跨会话可追溯。效果优势仍由对照实验验证。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355f751b80ce4fe9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296f37d864844d50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3ca89b68d2db4b9c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589a6d8bc4334970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54d5be957ff14ba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5b88774f1cd444ee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8407e772aea844e0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25174bc844f04bef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9cce31ee147144ae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ec2eb2dd095d4487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60c9b5cf9b0b44d4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acbc087762ea4400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dab067facdaf4343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7dc270469f2f453f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0dde5595a85441e4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63bbd90951a2451a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757c073f7765403e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8b2eef150b3b4089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7760367be493412c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f55b79a9dcc14b0c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ca797506e0794994" Type="http://schemas.openxmlformats.org/officeDocument/2006/relationships/slideMaster" Target="../slideMasters/slideMaster2.xml"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F987B2E0-C136-4490-8501-58BB226B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500" y="183725"/>
            <a:ext cx="8679000" cy="4776000"/>
          </a:xfrm>
          <a:prstGeom xmlns:a="http://schemas.openxmlformats.org/drawingml/2006/main" prst="roundRect">
            <a:avLst>
              <a:gd name="adj" fmla="val 3848"/>
            </a:avLst>
          </a:prstGeom>
          <a:solidFill xmlns:a="http://schemas.openxmlformats.org/drawingml/2006/main">
            <a:schemeClr val="dk2"/>
          </a:solidFill>
          <a:ln xmlns:a="http://schemas.openxmlformats.org/drawingml/2006/main"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  <a:effectLst xmlns:a="http://schemas.openxmlformats.org/drawingml/2006/main">
            <a:outerShdw blurRad="185738" dist="47625" dir="3000000" algn="bl" rotWithShape="0">
              <a:schemeClr val="dk1">
                <a:alpha val="30000"/>
              </a:scheme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C43D3907-1F07-47EC-A1BD-3A62A113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500" y="183725"/>
            <a:ext cx="8679000" cy="289500"/>
          </a:xfrm>
          <a:prstGeom xmlns:a="http://schemas.openxmlformats.org/drawingml/2006/main" prst="round2SameRect">
            <a:avLst>
              <a:gd name="adj1" fmla="val 50000"/>
              <a:gd name="adj2" fmla="val 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F839D7A1-9911-4CF5-9C46-26142CEE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28375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3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19D9B6F9-47B5-4087-A03E-DEE250AB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2199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B87978D3-39CD-4255-A4F9-BD6B19AA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16024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5" name="Google Shape;15;p2">
            <a:extLst xmlns:a="http://schemas.openxmlformats.org/drawingml/2006/main">
              <a:ext uri="{FF2B5EF4-FFF2-40B4-BE49-F238E27FC236}">
                <a16:creationId xmlns:a16="http://schemas.microsoft.com/office/drawing/2014/main" id="{1C61AEE0-32F3-4A38-90B2-661A9155887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738925" y="1235288"/>
            <a:ext cx="5666100" cy="210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200"/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6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56A69226-EBEA-4A7D-AB6E-56833EEC1F0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739019" y="3432363"/>
            <a:ext cx="5666100" cy="47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852A66B3-FF54-449C-8EF7-023CD2C0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500" y="183725"/>
            <a:ext cx="8679000" cy="4776000"/>
          </a:xfrm>
          <a:prstGeom xmlns:a="http://schemas.openxmlformats.org/drawingml/2006/main" prst="roundRect">
            <a:avLst>
              <a:gd name="adj" fmla="val 3848"/>
            </a:avLst>
          </a:prstGeom>
          <a:solidFill xmlns:a="http://schemas.openxmlformats.org/drawingml/2006/main">
            <a:schemeClr val="dk2"/>
          </a:solidFill>
          <a:ln xmlns:a="http://schemas.openxmlformats.org/drawingml/2006/main"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  <a:effectLst xmlns:a="http://schemas.openxmlformats.org/drawingml/2006/main">
            <a:outerShdw blurRad="185738" dist="47625" dir="3000000" algn="bl" rotWithShape="0">
              <a:schemeClr val="dk1">
                <a:alpha val="30000"/>
              </a:scheme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75DB9872-4603-48E8-8636-08DE0AC2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500" y="183725"/>
            <a:ext cx="8679000" cy="289500"/>
          </a:xfrm>
          <a:prstGeom xmlns:a="http://schemas.openxmlformats.org/drawingml/2006/main" prst="round2SameRect">
            <a:avLst>
              <a:gd name="adj1" fmla="val 50000"/>
              <a:gd name="adj2" fmla="val 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38ADD27D-4979-42CA-96FA-978AC110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28375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22" name="Google Shape;22;p3">
            <a:extLst xmlns:a="http://schemas.openxmlformats.org/drawingml/2006/main">
              <a:ext uri="{FF2B5EF4-FFF2-40B4-BE49-F238E27FC236}">
                <a16:creationId xmlns:a16="http://schemas.microsoft.com/office/drawing/2014/main" id="{476F2D48-9B6D-43B5-AB49-475E0F6F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2199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23" name="Google Shape;23;p3">
            <a:extLst xmlns:a="http://schemas.openxmlformats.org/drawingml/2006/main">
              <a:ext uri="{FF2B5EF4-FFF2-40B4-BE49-F238E27FC236}">
                <a16:creationId xmlns:a16="http://schemas.microsoft.com/office/drawing/2014/main" id="{584AB413-4C49-4E0E-994F-A43AB6BD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16024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24" name="Google Shape;24;p3">
            <a:extLst xmlns:a="http://schemas.openxmlformats.org/drawingml/2006/main">
              <a:ext uri="{FF2B5EF4-FFF2-40B4-BE49-F238E27FC236}">
                <a16:creationId xmlns:a16="http://schemas.microsoft.com/office/drawing/2014/main" id="{EA5FC193-440E-45F2-8408-11C5CD5501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47175" y="2775800"/>
            <a:ext cx="4383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25" name="Google Shape;25;p3">
            <a:extLst xmlns:a="http://schemas.openxmlformats.org/drawingml/2006/main">
              <a:ext uri="{FF2B5EF4-FFF2-40B4-BE49-F238E27FC236}">
                <a16:creationId xmlns:a16="http://schemas.microsoft.com/office/drawing/2014/main" id="{5B85B94F-F2FA-49C2-8127-A77287E5F28A}"/>
              </a:ext>
            </a:extLst>
          </p:cNvPr>
          <p:cNvSpPr>
            <a:spLocks xmlns:a="http://schemas.openxmlformats.org/drawingml/2006/main" noGrp="1"/>
          </p:cNvSpPr>
          <p:nvPr>
            <p:ph type="title" idx="2" hasCustomPrompt="1"/>
          </p:nvPr>
        </p:nvSpPr>
        <p:spPr>
          <a:xfrm xmlns:a="http://schemas.openxmlformats.org/drawingml/2006/main">
            <a:off x="4047175" y="1525800"/>
            <a:ext cx="1731600" cy="101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26" name="Google Shape;26;p3">
            <a:extLst xmlns:a="http://schemas.openxmlformats.org/drawingml/2006/main">
              <a:ext uri="{FF2B5EF4-FFF2-40B4-BE49-F238E27FC236}">
                <a16:creationId xmlns:a16="http://schemas.microsoft.com/office/drawing/2014/main" id="{4146AD1D-0B58-4BF0-87B3-F7B4CAA57C51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713225" y="1200862"/>
            <a:ext cx="2760600" cy="27417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2D681F5B-3CF2-49A3-BA0F-EC22CB40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500" y="183725"/>
            <a:ext cx="8679000" cy="4776000"/>
          </a:xfrm>
          <a:prstGeom xmlns:a="http://schemas.openxmlformats.org/drawingml/2006/main" prst="roundRect">
            <a:avLst>
              <a:gd name="adj" fmla="val 3848"/>
            </a:avLst>
          </a:prstGeom>
          <a:solidFill xmlns:a="http://schemas.openxmlformats.org/drawingml/2006/main">
            <a:schemeClr val="dk2"/>
          </a:solidFill>
          <a:ln xmlns:a="http://schemas.openxmlformats.org/drawingml/2006/main"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  <a:effectLst xmlns:a="http://schemas.openxmlformats.org/drawingml/2006/main">
            <a:outerShdw blurRad="185738" dist="47625" dir="3000000" algn="bl" rotWithShape="0">
              <a:schemeClr val="dk1">
                <a:alpha val="30000"/>
              </a:scheme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1DB7E9EB-F046-445D-AB14-6957348D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500" y="183725"/>
            <a:ext cx="8679000" cy="289500"/>
          </a:xfrm>
          <a:prstGeom xmlns:a="http://schemas.openxmlformats.org/drawingml/2006/main" prst="round2SameRect">
            <a:avLst>
              <a:gd name="adj1" fmla="val 50000"/>
              <a:gd name="adj2" fmla="val 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AA60DC22-8604-4B57-BB75-3622CF77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28375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260D812A-8FB3-42CE-86BD-DECDCB36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2199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A314FAFC-E308-4C6D-BCC4-BE8C45C3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16024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CF58783D-8128-4D94-9DB2-49775C88A9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212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Google Shape;35;p4">
            <a:extLst xmlns:a="http://schemas.openxmlformats.org/drawingml/2006/main">
              <a:ext uri="{FF2B5EF4-FFF2-40B4-BE49-F238E27FC236}">
                <a16:creationId xmlns:a16="http://schemas.microsoft.com/office/drawing/2014/main" id="{1B41972A-F2C4-49B0-8076-01A1246424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00" y="1215750"/>
            <a:ext cx="7704000" cy="338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Google Shape;38;p5">
            <a:extLst xmlns:a="http://schemas.openxmlformats.org/drawingml/2006/main">
              <a:ext uri="{FF2B5EF4-FFF2-40B4-BE49-F238E27FC236}">
                <a16:creationId xmlns:a16="http://schemas.microsoft.com/office/drawing/2014/main" id="{B045959E-5CA8-4A8D-8FE6-E0BD73E0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500" y="183725"/>
            <a:ext cx="8679000" cy="4776000"/>
          </a:xfrm>
          <a:prstGeom xmlns:a="http://schemas.openxmlformats.org/drawingml/2006/main" prst="roundRect">
            <a:avLst>
              <a:gd name="adj" fmla="val 3848"/>
            </a:avLst>
          </a:prstGeom>
          <a:solidFill xmlns:a="http://schemas.openxmlformats.org/drawingml/2006/main">
            <a:schemeClr val="dk2"/>
          </a:solidFill>
          <a:ln xmlns:a="http://schemas.openxmlformats.org/drawingml/2006/main"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  <a:effectLst xmlns:a="http://schemas.openxmlformats.org/drawingml/2006/main">
            <a:outerShdw blurRad="185738" dist="47625" dir="3000000" algn="bl" rotWithShape="0">
              <a:schemeClr val="dk1">
                <a:alpha val="30000"/>
              </a:scheme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39" name="Google Shape;39;p5">
            <a:extLst xmlns:a="http://schemas.openxmlformats.org/drawingml/2006/main">
              <a:ext uri="{FF2B5EF4-FFF2-40B4-BE49-F238E27FC236}">
                <a16:creationId xmlns:a16="http://schemas.microsoft.com/office/drawing/2014/main" id="{81147663-8482-4863-B035-1BE0444B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500" y="183725"/>
            <a:ext cx="8679000" cy="289500"/>
          </a:xfrm>
          <a:prstGeom xmlns:a="http://schemas.openxmlformats.org/drawingml/2006/main" prst="round2SameRect">
            <a:avLst>
              <a:gd name="adj1" fmla="val 50000"/>
              <a:gd name="adj2" fmla="val 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40" name="Google Shape;40;p5">
            <a:extLst xmlns:a="http://schemas.openxmlformats.org/drawingml/2006/main">
              <a:ext uri="{FF2B5EF4-FFF2-40B4-BE49-F238E27FC236}">
                <a16:creationId xmlns:a16="http://schemas.microsoft.com/office/drawing/2014/main" id="{653F8AFE-ADD4-461C-98F8-49A4044D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28375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F5A5F0FB-06AD-41E4-933E-9DA74ADE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2199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C5ECF2B4-0583-495A-8E58-1842A978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16024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12C49C11-B2B5-46DA-A5A5-FD00AEDBD1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212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Font typeface="Darker Grotesque"/>
              <a:buNone/>
              <a:defRPr>
                <a:latin typeface="Darker Grotesque"/>
                <a:ea typeface="Darker Grotesque"/>
                <a:cs typeface="Darker Grotesque"/>
              </a:defRPr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Font typeface="Darker Grotesque"/>
              <a:buNone/>
              <a:defRPr>
                <a:latin typeface="Darker Grotesque"/>
                <a:ea typeface="Darker Grotesque"/>
                <a:cs typeface="Darker Grotesque"/>
              </a:defRPr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Font typeface="Darker Grotesque"/>
              <a:buNone/>
              <a:defRPr>
                <a:latin typeface="Darker Grotesque"/>
                <a:ea typeface="Darker Grotesque"/>
                <a:cs typeface="Darker Grotesque"/>
              </a:defRPr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Font typeface="Darker Grotesque"/>
              <a:buNone/>
              <a:defRPr>
                <a:latin typeface="Darker Grotesque"/>
                <a:ea typeface="Darker Grotesque"/>
                <a:cs typeface="Darker Grotesque"/>
              </a:defRPr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Font typeface="Darker Grotesque"/>
              <a:buNone/>
              <a:defRPr>
                <a:latin typeface="Darker Grotesque"/>
                <a:ea typeface="Darker Grotesque"/>
                <a:cs typeface="Darker Grotesque"/>
              </a:defRPr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Font typeface="Darker Grotesque"/>
              <a:buNone/>
              <a:defRPr>
                <a:latin typeface="Darker Grotesque"/>
                <a:ea typeface="Darker Grotesque"/>
                <a:cs typeface="Darker Grotesque"/>
              </a:defRPr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Font typeface="Darker Grotesque"/>
              <a:buNone/>
              <a:defRPr>
                <a:latin typeface="Darker Grotesque"/>
                <a:ea typeface="Darker Grotesque"/>
                <a:cs typeface="Darker Grotesque"/>
              </a:defRPr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Font typeface="Darker Grotesque"/>
              <a:buNone/>
              <a:defRPr>
                <a:latin typeface="Darker Grotesque"/>
                <a:ea typeface="Darker Grotesque"/>
                <a:cs typeface="Darker Grotesque"/>
              </a:defRPr>
            </a:lvl9pPr>
          </a:lstStyle>
          <a:p xmlns:a="http://schemas.openxmlformats.org/drawingml/2006/main"/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053481F4-B879-4B1F-8BC8-A8A3AA1CB3E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23249" y="2762675"/>
            <a:ext cx="2505600" cy="145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6491A744-8A0C-4ADD-B809-E2969BB8F153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1715375" y="2762675"/>
            <a:ext cx="2505600" cy="145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FB5A0E26-D4A2-46D1-8AF6-583635E1513D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1715375" y="2383429"/>
            <a:ext cx="2505600" cy="46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9pPr>
          </a:lstStyle>
          <a:p xmlns:a="http://schemas.openxmlformats.org/drawingml/2006/main"/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E0D7DCF9-57A2-4BBF-8994-F881CF9B9D6E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923250" y="2383429"/>
            <a:ext cx="2505600" cy="46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Google Shape;50;p6">
            <a:extLst xmlns:a="http://schemas.openxmlformats.org/drawingml/2006/main">
              <a:ext uri="{FF2B5EF4-FFF2-40B4-BE49-F238E27FC236}">
                <a16:creationId xmlns:a16="http://schemas.microsoft.com/office/drawing/2014/main" id="{D05595C1-3F0D-4E4A-A5D4-7720DF28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500" y="183725"/>
            <a:ext cx="8679000" cy="4776000"/>
          </a:xfrm>
          <a:prstGeom xmlns:a="http://schemas.openxmlformats.org/drawingml/2006/main" prst="roundRect">
            <a:avLst>
              <a:gd name="adj" fmla="val 3848"/>
            </a:avLst>
          </a:prstGeom>
          <a:solidFill xmlns:a="http://schemas.openxmlformats.org/drawingml/2006/main">
            <a:schemeClr val="dk2"/>
          </a:solidFill>
          <a:ln xmlns:a="http://schemas.openxmlformats.org/drawingml/2006/main"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  <a:effectLst xmlns:a="http://schemas.openxmlformats.org/drawingml/2006/main">
            <a:outerShdw blurRad="185738" dist="47625" dir="3000000" algn="bl" rotWithShape="0">
              <a:schemeClr val="dk1">
                <a:alpha val="30000"/>
              </a:scheme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51" name="Google Shape;51;p6">
            <a:extLst xmlns:a="http://schemas.openxmlformats.org/drawingml/2006/main">
              <a:ext uri="{FF2B5EF4-FFF2-40B4-BE49-F238E27FC236}">
                <a16:creationId xmlns:a16="http://schemas.microsoft.com/office/drawing/2014/main" id="{D8C66BAC-613E-4141-B27C-0D52FAC5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500" y="183725"/>
            <a:ext cx="8679000" cy="289500"/>
          </a:xfrm>
          <a:prstGeom xmlns:a="http://schemas.openxmlformats.org/drawingml/2006/main" prst="round2SameRect">
            <a:avLst>
              <a:gd name="adj1" fmla="val 50000"/>
              <a:gd name="adj2" fmla="val 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52" name="Google Shape;52;p6">
            <a:extLst xmlns:a="http://schemas.openxmlformats.org/drawingml/2006/main">
              <a:ext uri="{FF2B5EF4-FFF2-40B4-BE49-F238E27FC236}">
                <a16:creationId xmlns:a16="http://schemas.microsoft.com/office/drawing/2014/main" id="{F87E5D2F-A33D-446E-AC1D-24332CDD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28375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53" name="Google Shape;53;p6">
            <a:extLst xmlns:a="http://schemas.openxmlformats.org/drawingml/2006/main">
              <a:ext uri="{FF2B5EF4-FFF2-40B4-BE49-F238E27FC236}">
                <a16:creationId xmlns:a16="http://schemas.microsoft.com/office/drawing/2014/main" id="{075E0726-171A-4EC8-8161-31263779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2199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54" name="Google Shape;54;p6">
            <a:extLst xmlns:a="http://schemas.openxmlformats.org/drawingml/2006/main">
              <a:ext uri="{FF2B5EF4-FFF2-40B4-BE49-F238E27FC236}">
                <a16:creationId xmlns:a16="http://schemas.microsoft.com/office/drawing/2014/main" id="{0061B463-0AF9-44A8-BF99-57041049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16024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55" name="Google Shape;55;p6">
            <a:extLst xmlns:a="http://schemas.openxmlformats.org/drawingml/2006/main">
              <a:ext uri="{FF2B5EF4-FFF2-40B4-BE49-F238E27FC236}">
                <a16:creationId xmlns:a16="http://schemas.microsoft.com/office/drawing/2014/main" id="{A062177C-49C6-42DC-BE88-9E0F6460E7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212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Google Shape;58;p7">
            <a:extLst xmlns:a="http://schemas.openxmlformats.org/drawingml/2006/main">
              <a:ext uri="{FF2B5EF4-FFF2-40B4-BE49-F238E27FC236}">
                <a16:creationId xmlns:a16="http://schemas.microsoft.com/office/drawing/2014/main" id="{8E1514D1-84E8-4579-A344-8237AC4A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500" y="183725"/>
            <a:ext cx="8679000" cy="4776000"/>
          </a:xfrm>
          <a:prstGeom xmlns:a="http://schemas.openxmlformats.org/drawingml/2006/main" prst="roundRect">
            <a:avLst>
              <a:gd name="adj" fmla="val 3848"/>
            </a:avLst>
          </a:prstGeom>
          <a:solidFill xmlns:a="http://schemas.openxmlformats.org/drawingml/2006/main">
            <a:schemeClr val="dk2"/>
          </a:solidFill>
          <a:ln xmlns:a="http://schemas.openxmlformats.org/drawingml/2006/main"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  <a:effectLst xmlns:a="http://schemas.openxmlformats.org/drawingml/2006/main">
            <a:outerShdw blurRad="185738" dist="47625" dir="3000000" algn="bl" rotWithShape="0">
              <a:schemeClr val="dk1">
                <a:alpha val="30000"/>
              </a:scheme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59" name="Google Shape;59;p7">
            <a:extLst xmlns:a="http://schemas.openxmlformats.org/drawingml/2006/main">
              <a:ext uri="{FF2B5EF4-FFF2-40B4-BE49-F238E27FC236}">
                <a16:creationId xmlns:a16="http://schemas.microsoft.com/office/drawing/2014/main" id="{1ABB6A07-E509-454D-83A8-52E74F1E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500" y="183725"/>
            <a:ext cx="8679000" cy="289500"/>
          </a:xfrm>
          <a:prstGeom xmlns:a="http://schemas.openxmlformats.org/drawingml/2006/main" prst="round2SameRect">
            <a:avLst>
              <a:gd name="adj1" fmla="val 50000"/>
              <a:gd name="adj2" fmla="val 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60" name="Google Shape;60;p7">
            <a:extLst xmlns:a="http://schemas.openxmlformats.org/drawingml/2006/main">
              <a:ext uri="{FF2B5EF4-FFF2-40B4-BE49-F238E27FC236}">
                <a16:creationId xmlns:a16="http://schemas.microsoft.com/office/drawing/2014/main" id="{D0A85948-ADA4-45F6-B8BF-A0FEAE3C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28375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61" name="Google Shape;61;p7">
            <a:extLst xmlns:a="http://schemas.openxmlformats.org/drawingml/2006/main">
              <a:ext uri="{FF2B5EF4-FFF2-40B4-BE49-F238E27FC236}">
                <a16:creationId xmlns:a16="http://schemas.microsoft.com/office/drawing/2014/main" id="{8ECFAE2D-556F-4423-8082-1E9A1D10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2199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62" name="Google Shape;62;p7">
            <a:extLst xmlns:a="http://schemas.openxmlformats.org/drawingml/2006/main">
              <a:ext uri="{FF2B5EF4-FFF2-40B4-BE49-F238E27FC236}">
                <a16:creationId xmlns:a16="http://schemas.microsoft.com/office/drawing/2014/main" id="{C36170D5-50EB-4BE9-85DE-B3545CD6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16024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63" name="Google Shape;63;p7">
            <a:extLst xmlns:a="http://schemas.openxmlformats.org/drawingml/2006/main">
              <a:ext uri="{FF2B5EF4-FFF2-40B4-BE49-F238E27FC236}">
                <a16:creationId xmlns:a16="http://schemas.microsoft.com/office/drawing/2014/main" id="{6CFBC5EB-2C8B-4B0F-9FD6-7187558778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1975" y="1315000"/>
            <a:ext cx="42948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64" name="Google Shape;64;p7">
            <a:extLst xmlns:a="http://schemas.openxmlformats.org/drawingml/2006/main">
              <a:ext uri="{FF2B5EF4-FFF2-40B4-BE49-F238E27FC236}">
                <a16:creationId xmlns:a16="http://schemas.microsoft.com/office/drawing/2014/main" id="{1C1A5C39-A9CE-416F-B6A9-CAC51191534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11975" y="1887700"/>
            <a:ext cx="4294800" cy="209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65" name="Google Shape;65;p7">
            <a:extLst xmlns:a="http://schemas.openxmlformats.org/drawingml/2006/main">
              <a:ext uri="{FF2B5EF4-FFF2-40B4-BE49-F238E27FC236}">
                <a16:creationId xmlns:a16="http://schemas.microsoft.com/office/drawing/2014/main" id="{ED545971-D504-46E5-A739-3475D32AAD47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643775" y="922900"/>
            <a:ext cx="2787000" cy="34533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Google Shape;68;p8">
            <a:extLst xmlns:a="http://schemas.openxmlformats.org/drawingml/2006/main">
              <a:ext uri="{FF2B5EF4-FFF2-40B4-BE49-F238E27FC236}">
                <a16:creationId xmlns:a16="http://schemas.microsoft.com/office/drawing/2014/main" id="{EEC7F483-3BA5-4A33-9431-E627B2DA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500" y="183725"/>
            <a:ext cx="8679000" cy="4776000"/>
          </a:xfrm>
          <a:prstGeom xmlns:a="http://schemas.openxmlformats.org/drawingml/2006/main" prst="roundRect">
            <a:avLst>
              <a:gd name="adj" fmla="val 3848"/>
            </a:avLst>
          </a:prstGeom>
          <a:solidFill xmlns:a="http://schemas.openxmlformats.org/drawingml/2006/main">
            <a:schemeClr val="dk2"/>
          </a:solidFill>
          <a:ln xmlns:a="http://schemas.openxmlformats.org/drawingml/2006/main"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  <a:effectLst xmlns:a="http://schemas.openxmlformats.org/drawingml/2006/main">
            <a:outerShdw blurRad="185738" dist="47625" dir="3000000" algn="bl" rotWithShape="0">
              <a:schemeClr val="dk1">
                <a:alpha val="30000"/>
              </a:scheme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69" name="Google Shape;69;p8">
            <a:extLst xmlns:a="http://schemas.openxmlformats.org/drawingml/2006/main">
              <a:ext uri="{FF2B5EF4-FFF2-40B4-BE49-F238E27FC236}">
                <a16:creationId xmlns:a16="http://schemas.microsoft.com/office/drawing/2014/main" id="{E7397467-12DD-4A29-BD36-46B9AC77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500" y="183725"/>
            <a:ext cx="8679000" cy="289500"/>
          </a:xfrm>
          <a:prstGeom xmlns:a="http://schemas.openxmlformats.org/drawingml/2006/main" prst="round2SameRect">
            <a:avLst>
              <a:gd name="adj1" fmla="val 50000"/>
              <a:gd name="adj2" fmla="val 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70" name="Google Shape;70;p8">
            <a:extLst xmlns:a="http://schemas.openxmlformats.org/drawingml/2006/main">
              <a:ext uri="{FF2B5EF4-FFF2-40B4-BE49-F238E27FC236}">
                <a16:creationId xmlns:a16="http://schemas.microsoft.com/office/drawing/2014/main" id="{A40EE936-4812-48E7-B96A-011AA781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28375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71" name="Google Shape;71;p8">
            <a:extLst xmlns:a="http://schemas.openxmlformats.org/drawingml/2006/main">
              <a:ext uri="{FF2B5EF4-FFF2-40B4-BE49-F238E27FC236}">
                <a16:creationId xmlns:a16="http://schemas.microsoft.com/office/drawing/2014/main" id="{FCFA2290-2D96-4EB2-B62E-71599825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2199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72" name="Google Shape;72;p8">
            <a:extLst xmlns:a="http://schemas.openxmlformats.org/drawingml/2006/main">
              <a:ext uri="{FF2B5EF4-FFF2-40B4-BE49-F238E27FC236}">
                <a16:creationId xmlns:a16="http://schemas.microsoft.com/office/drawing/2014/main" id="{B55098C3-8CD5-4837-A1BF-CDDB4829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16024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73" name="Google Shape;73;p8">
            <a:extLst xmlns:a="http://schemas.openxmlformats.org/drawingml/2006/main">
              <a:ext uri="{FF2B5EF4-FFF2-40B4-BE49-F238E27FC236}">
                <a16:creationId xmlns:a16="http://schemas.microsoft.com/office/drawing/2014/main" id="{56401268-BF6E-42C4-843E-5C576267E1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17950" y="1307100"/>
            <a:ext cx="4508100" cy="2529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Google Shape;76;p9">
            <a:extLst xmlns:a="http://schemas.openxmlformats.org/drawingml/2006/main">
              <a:ext uri="{FF2B5EF4-FFF2-40B4-BE49-F238E27FC236}">
                <a16:creationId xmlns:a16="http://schemas.microsoft.com/office/drawing/2014/main" id="{199B1968-DF22-4661-BD18-02FFE4D4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500" y="183725"/>
            <a:ext cx="8679000" cy="4776000"/>
          </a:xfrm>
          <a:prstGeom xmlns:a="http://schemas.openxmlformats.org/drawingml/2006/main" prst="roundRect">
            <a:avLst>
              <a:gd name="adj" fmla="val 3848"/>
            </a:avLst>
          </a:prstGeom>
          <a:solidFill xmlns:a="http://schemas.openxmlformats.org/drawingml/2006/main">
            <a:schemeClr val="dk2"/>
          </a:solidFill>
          <a:ln xmlns:a="http://schemas.openxmlformats.org/drawingml/2006/main"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  <a:effectLst xmlns:a="http://schemas.openxmlformats.org/drawingml/2006/main">
            <a:outerShdw blurRad="185738" dist="47625" dir="3000000" algn="bl" rotWithShape="0">
              <a:schemeClr val="dk1">
                <a:alpha val="30000"/>
              </a:scheme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77" name="Google Shape;77;p9">
            <a:extLst xmlns:a="http://schemas.openxmlformats.org/drawingml/2006/main">
              <a:ext uri="{FF2B5EF4-FFF2-40B4-BE49-F238E27FC236}">
                <a16:creationId xmlns:a16="http://schemas.microsoft.com/office/drawing/2014/main" id="{6936502A-8AF6-4A91-A7C9-C1E0086E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500" y="183725"/>
            <a:ext cx="8679000" cy="289500"/>
          </a:xfrm>
          <a:prstGeom xmlns:a="http://schemas.openxmlformats.org/drawingml/2006/main" prst="round2SameRect">
            <a:avLst>
              <a:gd name="adj1" fmla="val 50000"/>
              <a:gd name="adj2" fmla="val 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78" name="Google Shape;78;p9">
            <a:extLst xmlns:a="http://schemas.openxmlformats.org/drawingml/2006/main">
              <a:ext uri="{FF2B5EF4-FFF2-40B4-BE49-F238E27FC236}">
                <a16:creationId xmlns:a16="http://schemas.microsoft.com/office/drawing/2014/main" id="{7F9E557E-0C9C-423D-B23B-1D76D13A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28375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79" name="Google Shape;79;p9">
            <a:extLst xmlns:a="http://schemas.openxmlformats.org/drawingml/2006/main">
              <a:ext uri="{FF2B5EF4-FFF2-40B4-BE49-F238E27FC236}">
                <a16:creationId xmlns:a16="http://schemas.microsoft.com/office/drawing/2014/main" id="{42771DE3-E4B4-4A77-9B1E-D03B10D6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2199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80" name="Google Shape;80;p9">
            <a:extLst xmlns:a="http://schemas.openxmlformats.org/drawingml/2006/main">
              <a:ext uri="{FF2B5EF4-FFF2-40B4-BE49-F238E27FC236}">
                <a16:creationId xmlns:a16="http://schemas.microsoft.com/office/drawing/2014/main" id="{8B2320BC-1311-4595-8191-0FF70789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16024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81" name="Google Shape;81;p9">
            <a:extLst xmlns:a="http://schemas.openxmlformats.org/drawingml/2006/main">
              <a:ext uri="{FF2B5EF4-FFF2-40B4-BE49-F238E27FC236}">
                <a16:creationId xmlns:a16="http://schemas.microsoft.com/office/drawing/2014/main" id="{D4FFDD0A-24E4-47E8-A474-DCAC7A0416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35550" y="1189100"/>
            <a:ext cx="4872900" cy="196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82" name="Google Shape;82;p9">
            <a:extLst xmlns:a="http://schemas.openxmlformats.org/drawingml/2006/main">
              <a:ext uri="{FF2B5EF4-FFF2-40B4-BE49-F238E27FC236}">
                <a16:creationId xmlns:a16="http://schemas.microsoft.com/office/drawing/2014/main" id="{244AD02C-E36E-4A9F-856B-5C5575A8381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35550" y="3153500"/>
            <a:ext cx="4872900" cy="67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Google Shape;84;p10">
            <a:extLst xmlns:a="http://schemas.openxmlformats.org/drawingml/2006/main">
              <a:ext uri="{FF2B5EF4-FFF2-40B4-BE49-F238E27FC236}">
                <a16:creationId xmlns:a16="http://schemas.microsoft.com/office/drawing/2014/main" id="{41C26521-9E2A-4AE6-A090-2C51BA62F5CC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-22325" y="-21050"/>
            <a:ext cx="9201900" cy="516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5" name="Google Shape;85;p10">
            <a:extLst xmlns:a="http://schemas.openxmlformats.org/drawingml/2006/main">
              <a:ext uri="{FF2B5EF4-FFF2-40B4-BE49-F238E27FC236}">
                <a16:creationId xmlns:a16="http://schemas.microsoft.com/office/drawing/2014/main" id="{6D9B91E2-D394-4DAF-A305-DC2E6DFA38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014450"/>
            <a:ext cx="7704000" cy="572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2"/>
          </a:solidFill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Google Shape;88;p11">
            <a:extLst xmlns:a="http://schemas.openxmlformats.org/drawingml/2006/main">
              <a:ext uri="{FF2B5EF4-FFF2-40B4-BE49-F238E27FC236}">
                <a16:creationId xmlns:a16="http://schemas.microsoft.com/office/drawing/2014/main" id="{AF2BA4E2-7CA8-4EB2-AA71-0B99AABD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500" y="183725"/>
            <a:ext cx="8679000" cy="4776000"/>
          </a:xfrm>
          <a:prstGeom xmlns:a="http://schemas.openxmlformats.org/drawingml/2006/main" prst="roundRect">
            <a:avLst>
              <a:gd name="adj" fmla="val 3848"/>
            </a:avLst>
          </a:prstGeom>
          <a:solidFill xmlns:a="http://schemas.openxmlformats.org/drawingml/2006/main">
            <a:schemeClr val="dk2"/>
          </a:solidFill>
          <a:ln xmlns:a="http://schemas.openxmlformats.org/drawingml/2006/main"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  <a:effectLst xmlns:a="http://schemas.openxmlformats.org/drawingml/2006/main">
            <a:outerShdw blurRad="185738" dist="47625" dir="3000000" algn="bl" rotWithShape="0">
              <a:schemeClr val="dk1">
                <a:alpha val="30000"/>
              </a:scheme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89" name="Google Shape;89;p11">
            <a:extLst xmlns:a="http://schemas.openxmlformats.org/drawingml/2006/main">
              <a:ext uri="{FF2B5EF4-FFF2-40B4-BE49-F238E27FC236}">
                <a16:creationId xmlns:a16="http://schemas.microsoft.com/office/drawing/2014/main" id="{CCBDF548-CCD7-492A-A4FA-154CB197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500" y="183725"/>
            <a:ext cx="8679000" cy="289500"/>
          </a:xfrm>
          <a:prstGeom xmlns:a="http://schemas.openxmlformats.org/drawingml/2006/main" prst="round2SameRect">
            <a:avLst>
              <a:gd name="adj1" fmla="val 50000"/>
              <a:gd name="adj2" fmla="val 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90" name="Google Shape;90;p11">
            <a:extLst xmlns:a="http://schemas.openxmlformats.org/drawingml/2006/main">
              <a:ext uri="{FF2B5EF4-FFF2-40B4-BE49-F238E27FC236}">
                <a16:creationId xmlns:a16="http://schemas.microsoft.com/office/drawing/2014/main" id="{28999A80-DC37-4882-A821-4949C8DC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28375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91" name="Google Shape;91;p11">
            <a:extLst xmlns:a="http://schemas.openxmlformats.org/drawingml/2006/main">
              <a:ext uri="{FF2B5EF4-FFF2-40B4-BE49-F238E27FC236}">
                <a16:creationId xmlns:a16="http://schemas.microsoft.com/office/drawing/2014/main" id="{4BC09254-55D6-420F-878E-7734F92C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2199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92" name="Google Shape;92;p11">
            <a:extLst xmlns:a="http://schemas.openxmlformats.org/drawingml/2006/main">
              <a:ext uri="{FF2B5EF4-FFF2-40B4-BE49-F238E27FC236}">
                <a16:creationId xmlns:a16="http://schemas.microsoft.com/office/drawing/2014/main" id="{0C43A43A-A2A5-472D-8842-2971554D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16024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93" name="Google Shape;93;p11">
            <a:extLst xmlns:a="http://schemas.openxmlformats.org/drawingml/2006/main">
              <a:ext uri="{FF2B5EF4-FFF2-40B4-BE49-F238E27FC236}">
                <a16:creationId xmlns:a16="http://schemas.microsoft.com/office/drawing/2014/main" id="{D84FB5F9-4B1F-47F7-95E2-F9DBCC25216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84000" y="1518138"/>
            <a:ext cx="6576000" cy="1396200"/>
          </a:xfrm>
          <a:prstGeom xmlns:a="http://schemas.openxmlformats.org/drawingml/2006/main" prst="rect">
            <a:avLst/>
          </a:prstGeom>
          <a:ln xmlns:a="http://schemas.openxmlformats.org/drawingml/2006/main"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500"/>
            </a:lvl1pPr>
            <a:lvl2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94" name="Google Shape;94;p11">
            <a:extLst xmlns:a="http://schemas.openxmlformats.org/drawingml/2006/main">
              <a:ext uri="{FF2B5EF4-FFF2-40B4-BE49-F238E27FC236}">
                <a16:creationId xmlns:a16="http://schemas.microsoft.com/office/drawing/2014/main" id="{7190158F-56A5-4FCA-8591-BAFAE7E8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84000" y="3128213"/>
            <a:ext cx="6576000" cy="497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bg>
      <p:bgPr>
        <a:noFill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2.xml><?xml version="1.0" encoding="utf-8"?>
<p:sldLayout xmlns:p="http://schemas.openxmlformats.org/presentationml/2006/main" matchingName="Table of contents">
  <p:cSld name="BLANK_1_1_1_1_1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Google Shape;98;p13">
            <a:extLst xmlns:a="http://schemas.openxmlformats.org/drawingml/2006/main">
              <a:ext uri="{FF2B5EF4-FFF2-40B4-BE49-F238E27FC236}">
                <a16:creationId xmlns:a16="http://schemas.microsoft.com/office/drawing/2014/main" id="{3EF655AE-E581-4B25-872C-964C7671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500" y="183725"/>
            <a:ext cx="8679000" cy="4776000"/>
          </a:xfrm>
          <a:prstGeom xmlns:a="http://schemas.openxmlformats.org/drawingml/2006/main" prst="roundRect">
            <a:avLst>
              <a:gd name="adj" fmla="val 3848"/>
            </a:avLst>
          </a:prstGeom>
          <a:solidFill xmlns:a="http://schemas.openxmlformats.org/drawingml/2006/main">
            <a:schemeClr val="dk2"/>
          </a:solidFill>
          <a:ln xmlns:a="http://schemas.openxmlformats.org/drawingml/2006/main"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  <a:effectLst xmlns:a="http://schemas.openxmlformats.org/drawingml/2006/main">
            <a:outerShdw blurRad="185738" dist="47625" dir="3000000" algn="bl" rotWithShape="0">
              <a:schemeClr val="dk1">
                <a:alpha val="30000"/>
              </a:scheme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99" name="Google Shape;99;p13">
            <a:extLst xmlns:a="http://schemas.openxmlformats.org/drawingml/2006/main">
              <a:ext uri="{FF2B5EF4-FFF2-40B4-BE49-F238E27FC236}">
                <a16:creationId xmlns:a16="http://schemas.microsoft.com/office/drawing/2014/main" id="{E5701F68-5E9E-4928-AA27-B20C7F3D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500" y="183725"/>
            <a:ext cx="8679000" cy="289500"/>
          </a:xfrm>
          <a:prstGeom xmlns:a="http://schemas.openxmlformats.org/drawingml/2006/main" prst="round2SameRect">
            <a:avLst>
              <a:gd name="adj1" fmla="val 50000"/>
              <a:gd name="adj2" fmla="val 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00" name="Google Shape;100;p13">
            <a:extLst xmlns:a="http://schemas.openxmlformats.org/drawingml/2006/main">
              <a:ext uri="{FF2B5EF4-FFF2-40B4-BE49-F238E27FC236}">
                <a16:creationId xmlns:a16="http://schemas.microsoft.com/office/drawing/2014/main" id="{487194C7-B4FE-42EA-85A4-16D1D0CB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28375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01" name="Google Shape;101;p13">
            <a:extLst xmlns:a="http://schemas.openxmlformats.org/drawingml/2006/main">
              <a:ext uri="{FF2B5EF4-FFF2-40B4-BE49-F238E27FC236}">
                <a16:creationId xmlns:a16="http://schemas.microsoft.com/office/drawing/2014/main" id="{1ABCA6C4-B55F-40FA-989F-72298678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2199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02" name="Google Shape;102;p13">
            <a:extLst xmlns:a="http://schemas.openxmlformats.org/drawingml/2006/main">
              <a:ext uri="{FF2B5EF4-FFF2-40B4-BE49-F238E27FC236}">
                <a16:creationId xmlns:a16="http://schemas.microsoft.com/office/drawing/2014/main" id="{BE055620-5CBD-43FC-A2D8-637A1BF2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16024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03" name="Google Shape;103;p13">
            <a:extLst xmlns:a="http://schemas.openxmlformats.org/drawingml/2006/main">
              <a:ext uri="{FF2B5EF4-FFF2-40B4-BE49-F238E27FC236}">
                <a16:creationId xmlns:a16="http://schemas.microsoft.com/office/drawing/2014/main" id="{1C332350-2CB6-4159-B14B-D379CD4DD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212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104" name="Google Shape;104;p13">
            <a:extLst xmlns:a="http://schemas.openxmlformats.org/drawingml/2006/main">
              <a:ext uri="{FF2B5EF4-FFF2-40B4-BE49-F238E27FC236}">
                <a16:creationId xmlns:a16="http://schemas.microsoft.com/office/drawing/2014/main" id="{62BAA77B-F3B4-4C62-9D1F-46C0EBFA34B4}"/>
              </a:ext>
            </a:extLst>
          </p:cNvPr>
          <p:cNvSpPr>
            <a:spLocks xmlns:a="http://schemas.openxmlformats.org/drawingml/2006/main" noGrp="1"/>
          </p:cNvSpPr>
          <p:nvPr>
            <p:ph type="title" idx="2" hasCustomPrompt="1"/>
          </p:nvPr>
        </p:nvSpPr>
        <p:spPr>
          <a:xfrm xmlns:a="http://schemas.openxmlformats.org/drawingml/2006/main">
            <a:off x="1505400" y="1504162"/>
            <a:ext cx="7347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05" name="Google Shape;105;p13">
            <a:extLst xmlns:a="http://schemas.openxmlformats.org/drawingml/2006/main">
              <a:ext uri="{FF2B5EF4-FFF2-40B4-BE49-F238E27FC236}">
                <a16:creationId xmlns:a16="http://schemas.microsoft.com/office/drawing/2014/main" id="{4AA4D726-0890-470F-A730-A374C7AE4D7B}"/>
              </a:ext>
            </a:extLst>
          </p:cNvPr>
          <p:cNvSpPr>
            <a:spLocks xmlns:a="http://schemas.openxmlformats.org/drawingml/2006/main" noGrp="1"/>
          </p:cNvSpPr>
          <p:nvPr>
            <p:ph type="title" idx="3" hasCustomPrompt="1"/>
          </p:nvPr>
        </p:nvSpPr>
        <p:spPr>
          <a:xfrm xmlns:a="http://schemas.openxmlformats.org/drawingml/2006/main">
            <a:off x="1505400" y="3090116"/>
            <a:ext cx="7347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06" name="Google Shape;106;p13">
            <a:extLst xmlns:a="http://schemas.openxmlformats.org/drawingml/2006/main">
              <a:ext uri="{FF2B5EF4-FFF2-40B4-BE49-F238E27FC236}">
                <a16:creationId xmlns:a16="http://schemas.microsoft.com/office/drawing/2014/main" id="{4098B1AB-E8E7-4A85-B400-72ACAF7D88C7}"/>
              </a:ext>
            </a:extLst>
          </p:cNvPr>
          <p:cNvSpPr>
            <a:spLocks xmlns:a="http://schemas.openxmlformats.org/drawingml/2006/main" noGrp="1"/>
          </p:cNvSpPr>
          <p:nvPr>
            <p:ph type="title" idx="4" hasCustomPrompt="1"/>
          </p:nvPr>
        </p:nvSpPr>
        <p:spPr>
          <a:xfrm xmlns:a="http://schemas.openxmlformats.org/drawingml/2006/main">
            <a:off x="4204675" y="1504162"/>
            <a:ext cx="7347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07" name="Google Shape;107;p13">
            <a:extLst xmlns:a="http://schemas.openxmlformats.org/drawingml/2006/main">
              <a:ext uri="{FF2B5EF4-FFF2-40B4-BE49-F238E27FC236}">
                <a16:creationId xmlns:a16="http://schemas.microsoft.com/office/drawing/2014/main" id="{9DE10A4B-F40F-4092-BC72-686943AE03EE}"/>
              </a:ext>
            </a:extLst>
          </p:cNvPr>
          <p:cNvSpPr>
            <a:spLocks xmlns:a="http://schemas.openxmlformats.org/drawingml/2006/main" noGrp="1"/>
          </p:cNvSpPr>
          <p:nvPr>
            <p:ph type="title" idx="5" hasCustomPrompt="1"/>
          </p:nvPr>
        </p:nvSpPr>
        <p:spPr>
          <a:xfrm xmlns:a="http://schemas.openxmlformats.org/drawingml/2006/main">
            <a:off x="4204675" y="3090116"/>
            <a:ext cx="7347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08" name="Google Shape;108;p13">
            <a:extLst xmlns:a="http://schemas.openxmlformats.org/drawingml/2006/main">
              <a:ext uri="{FF2B5EF4-FFF2-40B4-BE49-F238E27FC236}">
                <a16:creationId xmlns:a16="http://schemas.microsoft.com/office/drawing/2014/main" id="{A980939D-9596-4CE5-9C89-9AADDAF32B8D}"/>
              </a:ext>
            </a:extLst>
          </p:cNvPr>
          <p:cNvSpPr>
            <a:spLocks xmlns:a="http://schemas.openxmlformats.org/drawingml/2006/main" noGrp="1"/>
          </p:cNvSpPr>
          <p:nvPr>
            <p:ph type="title" idx="6" hasCustomPrompt="1"/>
          </p:nvPr>
        </p:nvSpPr>
        <p:spPr>
          <a:xfrm xmlns:a="http://schemas.openxmlformats.org/drawingml/2006/main">
            <a:off x="6903950" y="1504162"/>
            <a:ext cx="7347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09" name="Google Shape;109;p13">
            <a:extLst xmlns:a="http://schemas.openxmlformats.org/drawingml/2006/main">
              <a:ext uri="{FF2B5EF4-FFF2-40B4-BE49-F238E27FC236}">
                <a16:creationId xmlns:a16="http://schemas.microsoft.com/office/drawing/2014/main" id="{570E6A60-D2C8-40D3-A2EB-6E5B9DDC70D4}"/>
              </a:ext>
            </a:extLst>
          </p:cNvPr>
          <p:cNvSpPr>
            <a:spLocks xmlns:a="http://schemas.openxmlformats.org/drawingml/2006/main" noGrp="1"/>
          </p:cNvSpPr>
          <p:nvPr>
            <p:ph type="title" idx="7" hasCustomPrompt="1"/>
          </p:nvPr>
        </p:nvSpPr>
        <p:spPr>
          <a:xfrm xmlns:a="http://schemas.openxmlformats.org/drawingml/2006/main">
            <a:off x="6903950" y="3090116"/>
            <a:ext cx="7347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10" name="Google Shape;110;p13">
            <a:extLst xmlns:a="http://schemas.openxmlformats.org/drawingml/2006/main">
              <a:ext uri="{FF2B5EF4-FFF2-40B4-BE49-F238E27FC236}">
                <a16:creationId xmlns:a16="http://schemas.microsoft.com/office/drawing/2014/main" id="{A367E750-4D9F-4BF7-8D5C-FE4254D1B19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2213388"/>
            <a:ext cx="2305500" cy="50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9pPr>
          </a:lstStyle>
          <a:p xmlns:a="http://schemas.openxmlformats.org/drawingml/2006/main"/>
        </p:txBody>
      </p:sp>
      <p:sp>
        <p:nvSpPr>
          <p:cNvPr id="111" name="Google Shape;111;p13">
            <a:extLst xmlns:a="http://schemas.openxmlformats.org/drawingml/2006/main">
              <a:ext uri="{FF2B5EF4-FFF2-40B4-BE49-F238E27FC236}">
                <a16:creationId xmlns:a16="http://schemas.microsoft.com/office/drawing/2014/main" id="{2C11DF45-60B1-46F2-AF22-352A52EFCA45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3419275" y="2213388"/>
            <a:ext cx="2305500" cy="50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9pPr>
          </a:lstStyle>
          <a:p xmlns:a="http://schemas.openxmlformats.org/drawingml/2006/main"/>
        </p:txBody>
      </p:sp>
      <p:sp>
        <p:nvSpPr>
          <p:cNvPr id="112" name="Google Shape;112;p13">
            <a:extLst xmlns:a="http://schemas.openxmlformats.org/drawingml/2006/main">
              <a:ext uri="{FF2B5EF4-FFF2-40B4-BE49-F238E27FC236}">
                <a16:creationId xmlns:a16="http://schemas.microsoft.com/office/drawing/2014/main" id="{32415DE4-EAB9-40D3-9C21-6C96B04729D4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6118550" y="2213388"/>
            <a:ext cx="2305500" cy="50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9pPr>
          </a:lstStyle>
          <a:p xmlns:a="http://schemas.openxmlformats.org/drawingml/2006/main"/>
        </p:txBody>
      </p:sp>
      <p:sp>
        <p:nvSpPr>
          <p:cNvPr id="113" name="Google Shape;113;p13">
            <a:extLst xmlns:a="http://schemas.openxmlformats.org/drawingml/2006/main">
              <a:ext uri="{FF2B5EF4-FFF2-40B4-BE49-F238E27FC236}">
                <a16:creationId xmlns:a16="http://schemas.microsoft.com/office/drawing/2014/main" id="{E3BAA4FF-DE3A-4636-8306-AA7E13949969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720000" y="3799263"/>
            <a:ext cx="2305500" cy="50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9pPr>
          </a:lstStyle>
          <a:p xmlns:a="http://schemas.openxmlformats.org/drawingml/2006/main"/>
        </p:txBody>
      </p:sp>
      <p:sp>
        <p:nvSpPr>
          <p:cNvPr id="114" name="Google Shape;114;p13">
            <a:extLst xmlns:a="http://schemas.openxmlformats.org/drawingml/2006/main">
              <a:ext uri="{FF2B5EF4-FFF2-40B4-BE49-F238E27FC236}">
                <a16:creationId xmlns:a16="http://schemas.microsoft.com/office/drawing/2014/main" id="{6BEA4726-86C2-4540-B138-BCB6155B293B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3419275" y="3799263"/>
            <a:ext cx="2305500" cy="50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9pPr>
          </a:lstStyle>
          <a:p xmlns:a="http://schemas.openxmlformats.org/drawingml/2006/main"/>
        </p:txBody>
      </p:sp>
      <p:sp>
        <p:nvSpPr>
          <p:cNvPr id="115" name="Google Shape;115;p13">
            <a:extLst xmlns:a="http://schemas.openxmlformats.org/drawingml/2006/main">
              <a:ext uri="{FF2B5EF4-FFF2-40B4-BE49-F238E27FC236}">
                <a16:creationId xmlns:a16="http://schemas.microsoft.com/office/drawing/2014/main" id="{7C499B35-C397-4FC9-BD7B-1FA6B0C93D2A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6118550" y="3799263"/>
            <a:ext cx="2305500" cy="50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 matchingName="Title and three columns">
  <p:cSld name="CUSTOM_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Google Shape;118;p14">
            <a:extLst xmlns:a="http://schemas.openxmlformats.org/drawingml/2006/main">
              <a:ext uri="{FF2B5EF4-FFF2-40B4-BE49-F238E27FC236}">
                <a16:creationId xmlns:a16="http://schemas.microsoft.com/office/drawing/2014/main" id="{530F6117-CABC-4240-9062-67F8B61C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500" y="183725"/>
            <a:ext cx="8679000" cy="4776000"/>
          </a:xfrm>
          <a:prstGeom xmlns:a="http://schemas.openxmlformats.org/drawingml/2006/main" prst="roundRect">
            <a:avLst>
              <a:gd name="adj" fmla="val 3848"/>
            </a:avLst>
          </a:prstGeom>
          <a:solidFill xmlns:a="http://schemas.openxmlformats.org/drawingml/2006/main">
            <a:schemeClr val="dk2"/>
          </a:solidFill>
          <a:ln xmlns:a="http://schemas.openxmlformats.org/drawingml/2006/main"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  <a:effectLst xmlns:a="http://schemas.openxmlformats.org/drawingml/2006/main">
            <a:outerShdw blurRad="185738" dist="47625" dir="3000000" algn="bl" rotWithShape="0">
              <a:schemeClr val="dk1">
                <a:alpha val="30000"/>
              </a:scheme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19" name="Google Shape;119;p14">
            <a:extLst xmlns:a="http://schemas.openxmlformats.org/drawingml/2006/main">
              <a:ext uri="{FF2B5EF4-FFF2-40B4-BE49-F238E27FC236}">
                <a16:creationId xmlns:a16="http://schemas.microsoft.com/office/drawing/2014/main" id="{448F0ACC-5680-4D47-9C4F-ECC87841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500" y="183725"/>
            <a:ext cx="8679000" cy="289500"/>
          </a:xfrm>
          <a:prstGeom xmlns:a="http://schemas.openxmlformats.org/drawingml/2006/main" prst="round2SameRect">
            <a:avLst>
              <a:gd name="adj1" fmla="val 50000"/>
              <a:gd name="adj2" fmla="val 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20" name="Google Shape;120;p14">
            <a:extLst xmlns:a="http://schemas.openxmlformats.org/drawingml/2006/main">
              <a:ext uri="{FF2B5EF4-FFF2-40B4-BE49-F238E27FC236}">
                <a16:creationId xmlns:a16="http://schemas.microsoft.com/office/drawing/2014/main" id="{236A3F81-93AD-4680-8F08-9F101D20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28375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21" name="Google Shape;121;p14">
            <a:extLst xmlns:a="http://schemas.openxmlformats.org/drawingml/2006/main">
              <a:ext uri="{FF2B5EF4-FFF2-40B4-BE49-F238E27FC236}">
                <a16:creationId xmlns:a16="http://schemas.microsoft.com/office/drawing/2014/main" id="{3409574F-411C-4B96-A1EC-CBCA1BEC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2199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22" name="Google Shape;122;p14">
            <a:extLst xmlns:a="http://schemas.openxmlformats.org/drawingml/2006/main">
              <a:ext uri="{FF2B5EF4-FFF2-40B4-BE49-F238E27FC236}">
                <a16:creationId xmlns:a16="http://schemas.microsoft.com/office/drawing/2014/main" id="{A7BE4469-D59D-47DA-8359-5CB30F78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16024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23" name="Google Shape;123;p14">
            <a:extLst xmlns:a="http://schemas.openxmlformats.org/drawingml/2006/main">
              <a:ext uri="{FF2B5EF4-FFF2-40B4-BE49-F238E27FC236}">
                <a16:creationId xmlns:a16="http://schemas.microsoft.com/office/drawing/2014/main" id="{230E7FE7-52EB-4EB6-9733-AF2C90F3E3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212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124" name="Google Shape;124;p14">
            <a:extLst xmlns:a="http://schemas.openxmlformats.org/drawingml/2006/main">
              <a:ext uri="{FF2B5EF4-FFF2-40B4-BE49-F238E27FC236}">
                <a16:creationId xmlns:a16="http://schemas.microsoft.com/office/drawing/2014/main" id="{07A192A3-F145-4D38-ACF1-D50D12EDD29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363650" y="1515162"/>
            <a:ext cx="4854000" cy="73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sp>
        <p:nvSpPr>
          <p:cNvPr id="125" name="Google Shape;125;p14">
            <a:extLst xmlns:a="http://schemas.openxmlformats.org/drawingml/2006/main">
              <a:ext uri="{FF2B5EF4-FFF2-40B4-BE49-F238E27FC236}">
                <a16:creationId xmlns:a16="http://schemas.microsoft.com/office/drawing/2014/main" id="{96F2D06D-B220-46C8-A21F-C0E08E5E410E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2363644" y="2628674"/>
            <a:ext cx="4854000" cy="73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sp>
        <p:nvSpPr>
          <p:cNvPr id="126" name="Google Shape;126;p14">
            <a:extLst xmlns:a="http://schemas.openxmlformats.org/drawingml/2006/main">
              <a:ext uri="{FF2B5EF4-FFF2-40B4-BE49-F238E27FC236}">
                <a16:creationId xmlns:a16="http://schemas.microsoft.com/office/drawing/2014/main" id="{AADF5915-53ED-44E6-8301-2FE555F66D6D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2363652" y="3742174"/>
            <a:ext cx="4854000" cy="73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sp>
        <p:nvSpPr>
          <p:cNvPr id="127" name="Google Shape;127;p14">
            <a:extLst xmlns:a="http://schemas.openxmlformats.org/drawingml/2006/main">
              <a:ext uri="{FF2B5EF4-FFF2-40B4-BE49-F238E27FC236}">
                <a16:creationId xmlns:a16="http://schemas.microsoft.com/office/drawing/2014/main" id="{F1034E51-6387-448D-AA1A-282122F874A1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2363650" y="1133338"/>
            <a:ext cx="4854000" cy="46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9pPr>
          </a:lstStyle>
          <a:p xmlns:a="http://schemas.openxmlformats.org/drawingml/2006/main"/>
        </p:txBody>
      </p:sp>
      <p:sp>
        <p:nvSpPr>
          <p:cNvPr id="128" name="Google Shape;128;p14">
            <a:extLst xmlns:a="http://schemas.openxmlformats.org/drawingml/2006/main">
              <a:ext uri="{FF2B5EF4-FFF2-40B4-BE49-F238E27FC236}">
                <a16:creationId xmlns:a16="http://schemas.microsoft.com/office/drawing/2014/main" id="{76FF69A3-71C8-40FF-A4FE-B9147778CEA6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2363655" y="2246850"/>
            <a:ext cx="4854000" cy="46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9pPr>
          </a:lstStyle>
          <a:p xmlns:a="http://schemas.openxmlformats.org/drawingml/2006/main"/>
        </p:txBody>
      </p:sp>
      <p:sp>
        <p:nvSpPr>
          <p:cNvPr id="129" name="Google Shape;129;p14">
            <a:extLst xmlns:a="http://schemas.openxmlformats.org/drawingml/2006/main">
              <a:ext uri="{FF2B5EF4-FFF2-40B4-BE49-F238E27FC236}">
                <a16:creationId xmlns:a16="http://schemas.microsoft.com/office/drawing/2014/main" id="{315A0FAD-681E-4244-B2C2-AC0B6CE16EB8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2363659" y="3360350"/>
            <a:ext cx="4854000" cy="46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4.xml><?xml version="1.0" encoding="utf-8"?>
<p:sldLayout xmlns:p="http://schemas.openxmlformats.org/presentationml/2006/main" matchingName="Title and four columns">
  <p:cSld name="CUSTOM_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Google Shape;132;p15">
            <a:extLst xmlns:a="http://schemas.openxmlformats.org/drawingml/2006/main">
              <a:ext uri="{FF2B5EF4-FFF2-40B4-BE49-F238E27FC236}">
                <a16:creationId xmlns:a16="http://schemas.microsoft.com/office/drawing/2014/main" id="{D94D5237-31AD-4735-A8F1-59E2C074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500" y="183725"/>
            <a:ext cx="8679000" cy="4776000"/>
          </a:xfrm>
          <a:prstGeom xmlns:a="http://schemas.openxmlformats.org/drawingml/2006/main" prst="roundRect">
            <a:avLst>
              <a:gd name="adj" fmla="val 3848"/>
            </a:avLst>
          </a:prstGeom>
          <a:solidFill xmlns:a="http://schemas.openxmlformats.org/drawingml/2006/main">
            <a:schemeClr val="dk2"/>
          </a:solidFill>
          <a:ln xmlns:a="http://schemas.openxmlformats.org/drawingml/2006/main"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  <a:effectLst xmlns:a="http://schemas.openxmlformats.org/drawingml/2006/main">
            <a:outerShdw blurRad="185738" dist="47625" dir="3000000" algn="bl" rotWithShape="0">
              <a:schemeClr val="dk1">
                <a:alpha val="30000"/>
              </a:scheme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33" name="Google Shape;133;p15">
            <a:extLst xmlns:a="http://schemas.openxmlformats.org/drawingml/2006/main">
              <a:ext uri="{FF2B5EF4-FFF2-40B4-BE49-F238E27FC236}">
                <a16:creationId xmlns:a16="http://schemas.microsoft.com/office/drawing/2014/main" id="{EA6FAF46-0086-4DAA-AB59-1BCCD88C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500" y="183725"/>
            <a:ext cx="8679000" cy="289500"/>
          </a:xfrm>
          <a:prstGeom xmlns:a="http://schemas.openxmlformats.org/drawingml/2006/main" prst="round2SameRect">
            <a:avLst>
              <a:gd name="adj1" fmla="val 50000"/>
              <a:gd name="adj2" fmla="val 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34" name="Google Shape;134;p15">
            <a:extLst xmlns:a="http://schemas.openxmlformats.org/drawingml/2006/main">
              <a:ext uri="{FF2B5EF4-FFF2-40B4-BE49-F238E27FC236}">
                <a16:creationId xmlns:a16="http://schemas.microsoft.com/office/drawing/2014/main" id="{10F99553-EA8D-4290-AB21-3D311B09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28375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35" name="Google Shape;135;p15">
            <a:extLst xmlns:a="http://schemas.openxmlformats.org/drawingml/2006/main">
              <a:ext uri="{FF2B5EF4-FFF2-40B4-BE49-F238E27FC236}">
                <a16:creationId xmlns:a16="http://schemas.microsoft.com/office/drawing/2014/main" id="{7264BD29-04D1-44F2-887F-1F68F5C5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2199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36" name="Google Shape;136;p15">
            <a:extLst xmlns:a="http://schemas.openxmlformats.org/drawingml/2006/main">
              <a:ext uri="{FF2B5EF4-FFF2-40B4-BE49-F238E27FC236}">
                <a16:creationId xmlns:a16="http://schemas.microsoft.com/office/drawing/2014/main" id="{862E29C3-7AD1-402F-9AAC-98D13B80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16024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37" name="Google Shape;137;p15">
            <a:extLst xmlns:a="http://schemas.openxmlformats.org/drawingml/2006/main">
              <a:ext uri="{FF2B5EF4-FFF2-40B4-BE49-F238E27FC236}">
                <a16:creationId xmlns:a16="http://schemas.microsoft.com/office/drawing/2014/main" id="{1F87369C-8B1B-4D37-8239-ADC4874EAD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450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138" name="Google Shape;138;p15">
            <a:extLst xmlns:a="http://schemas.openxmlformats.org/drawingml/2006/main">
              <a:ext uri="{FF2B5EF4-FFF2-40B4-BE49-F238E27FC236}">
                <a16:creationId xmlns:a16="http://schemas.microsoft.com/office/drawing/2014/main" id="{28CA0134-28B3-4D27-9C9E-F33249E5E14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98950" y="1753075"/>
            <a:ext cx="2592600" cy="109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sp>
        <p:nvSpPr>
          <p:cNvPr id="139" name="Google Shape;139;p15">
            <a:extLst xmlns:a="http://schemas.openxmlformats.org/drawingml/2006/main">
              <a:ext uri="{FF2B5EF4-FFF2-40B4-BE49-F238E27FC236}">
                <a16:creationId xmlns:a16="http://schemas.microsoft.com/office/drawing/2014/main" id="{970472BD-6B67-47C4-81E6-C969EE2FF216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5477578" y="1753075"/>
            <a:ext cx="2592600" cy="109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sp>
        <p:nvSpPr>
          <p:cNvPr id="140" name="Google Shape;140;p15">
            <a:extLst xmlns:a="http://schemas.openxmlformats.org/drawingml/2006/main">
              <a:ext uri="{FF2B5EF4-FFF2-40B4-BE49-F238E27FC236}">
                <a16:creationId xmlns:a16="http://schemas.microsoft.com/office/drawing/2014/main" id="{750A56EC-8F38-4D95-9D33-2DFACE96DBBC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1598950" y="3298725"/>
            <a:ext cx="2592600" cy="109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sp>
        <p:nvSpPr>
          <p:cNvPr id="141" name="Google Shape;141;p15">
            <a:extLst xmlns:a="http://schemas.openxmlformats.org/drawingml/2006/main">
              <a:ext uri="{FF2B5EF4-FFF2-40B4-BE49-F238E27FC236}">
                <a16:creationId xmlns:a16="http://schemas.microsoft.com/office/drawing/2014/main" id="{426F1EDB-BD64-4F1F-B5F2-40D9280F75CA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5477578" y="3298725"/>
            <a:ext cx="2592600" cy="109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sp>
        <p:nvSpPr>
          <p:cNvPr id="142" name="Google Shape;142;p15">
            <a:extLst xmlns:a="http://schemas.openxmlformats.org/drawingml/2006/main">
              <a:ext uri="{FF2B5EF4-FFF2-40B4-BE49-F238E27FC236}">
                <a16:creationId xmlns:a16="http://schemas.microsoft.com/office/drawing/2014/main" id="{3177EDA3-754E-475A-9C2C-402E3F82AD68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1598951" y="1371775"/>
            <a:ext cx="2592600" cy="46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9pPr>
          </a:lstStyle>
          <a:p xmlns:a="http://schemas.openxmlformats.org/drawingml/2006/main"/>
        </p:txBody>
      </p:sp>
      <p:sp>
        <p:nvSpPr>
          <p:cNvPr id="143" name="Google Shape;143;p15">
            <a:extLst xmlns:a="http://schemas.openxmlformats.org/drawingml/2006/main">
              <a:ext uri="{FF2B5EF4-FFF2-40B4-BE49-F238E27FC236}">
                <a16:creationId xmlns:a16="http://schemas.microsoft.com/office/drawing/2014/main" id="{089E3912-746F-4A78-B320-4A097A476936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1598951" y="2917575"/>
            <a:ext cx="2592600" cy="46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9pPr>
          </a:lstStyle>
          <a:p xmlns:a="http://schemas.openxmlformats.org/drawingml/2006/main"/>
        </p:txBody>
      </p:sp>
      <p:sp>
        <p:nvSpPr>
          <p:cNvPr id="144" name="Google Shape;144;p15">
            <a:extLst xmlns:a="http://schemas.openxmlformats.org/drawingml/2006/main">
              <a:ext uri="{FF2B5EF4-FFF2-40B4-BE49-F238E27FC236}">
                <a16:creationId xmlns:a16="http://schemas.microsoft.com/office/drawing/2014/main" id="{F78D5580-896F-445B-AB49-451B25F15736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5477563" y="1371775"/>
            <a:ext cx="2592600" cy="46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9pPr>
          </a:lstStyle>
          <a:p xmlns:a="http://schemas.openxmlformats.org/drawingml/2006/main"/>
        </p:txBody>
      </p:sp>
      <p:sp>
        <p:nvSpPr>
          <p:cNvPr id="145" name="Google Shape;145;p15">
            <a:extLst xmlns:a="http://schemas.openxmlformats.org/drawingml/2006/main">
              <a:ext uri="{FF2B5EF4-FFF2-40B4-BE49-F238E27FC236}">
                <a16:creationId xmlns:a16="http://schemas.microsoft.com/office/drawing/2014/main" id="{A6725891-77C1-40D1-A20C-CC4F7B5424D9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5477563" y="2917575"/>
            <a:ext cx="2592600" cy="46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5.xml><?xml version="1.0" encoding="utf-8"?>
<p:sldLayout xmlns:p="http://schemas.openxmlformats.org/presentationml/2006/main" matchingName="Title and six columns">
  <p:cSld name="CUSTOM_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8" name="Google Shape;148;p16">
            <a:extLst xmlns:a="http://schemas.openxmlformats.org/drawingml/2006/main">
              <a:ext uri="{FF2B5EF4-FFF2-40B4-BE49-F238E27FC236}">
                <a16:creationId xmlns:a16="http://schemas.microsoft.com/office/drawing/2014/main" id="{AF6CFEA2-B1C6-4C10-B0A4-121CF96C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500" y="183725"/>
            <a:ext cx="8679000" cy="4776000"/>
          </a:xfrm>
          <a:prstGeom xmlns:a="http://schemas.openxmlformats.org/drawingml/2006/main" prst="roundRect">
            <a:avLst>
              <a:gd name="adj" fmla="val 3848"/>
            </a:avLst>
          </a:prstGeom>
          <a:solidFill xmlns:a="http://schemas.openxmlformats.org/drawingml/2006/main">
            <a:schemeClr val="dk2"/>
          </a:solidFill>
          <a:ln xmlns:a="http://schemas.openxmlformats.org/drawingml/2006/main"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  <a:effectLst xmlns:a="http://schemas.openxmlformats.org/drawingml/2006/main">
            <a:outerShdw blurRad="185738" dist="47625" dir="3000000" algn="bl" rotWithShape="0">
              <a:schemeClr val="dk1">
                <a:alpha val="30000"/>
              </a:scheme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49" name="Google Shape;149;p16">
            <a:extLst xmlns:a="http://schemas.openxmlformats.org/drawingml/2006/main">
              <a:ext uri="{FF2B5EF4-FFF2-40B4-BE49-F238E27FC236}">
                <a16:creationId xmlns:a16="http://schemas.microsoft.com/office/drawing/2014/main" id="{72D0C808-051E-488C-B884-4622E121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500" y="183725"/>
            <a:ext cx="8679000" cy="289500"/>
          </a:xfrm>
          <a:prstGeom xmlns:a="http://schemas.openxmlformats.org/drawingml/2006/main" prst="round2SameRect">
            <a:avLst>
              <a:gd name="adj1" fmla="val 50000"/>
              <a:gd name="adj2" fmla="val 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50" name="Google Shape;150;p16">
            <a:extLst xmlns:a="http://schemas.openxmlformats.org/drawingml/2006/main">
              <a:ext uri="{FF2B5EF4-FFF2-40B4-BE49-F238E27FC236}">
                <a16:creationId xmlns:a16="http://schemas.microsoft.com/office/drawing/2014/main" id="{ACF7B77E-A78C-4675-8EE2-B008D3AE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28375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51" name="Google Shape;151;p16">
            <a:extLst xmlns:a="http://schemas.openxmlformats.org/drawingml/2006/main">
              <a:ext uri="{FF2B5EF4-FFF2-40B4-BE49-F238E27FC236}">
                <a16:creationId xmlns:a16="http://schemas.microsoft.com/office/drawing/2014/main" id="{B06DA115-9FF1-488F-A801-545F04FF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2199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52" name="Google Shape;152;p16">
            <a:extLst xmlns:a="http://schemas.openxmlformats.org/drawingml/2006/main">
              <a:ext uri="{FF2B5EF4-FFF2-40B4-BE49-F238E27FC236}">
                <a16:creationId xmlns:a16="http://schemas.microsoft.com/office/drawing/2014/main" id="{5AFAE2DE-837D-46B2-9ED0-EBD2571A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16024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53" name="Google Shape;153;p16">
            <a:extLst xmlns:a="http://schemas.openxmlformats.org/drawingml/2006/main">
              <a:ext uri="{FF2B5EF4-FFF2-40B4-BE49-F238E27FC236}">
                <a16:creationId xmlns:a16="http://schemas.microsoft.com/office/drawing/2014/main" id="{CA52971E-3B6B-4D69-B1F4-2E1238D673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21225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154" name="Google Shape;154;p16">
            <a:extLst xmlns:a="http://schemas.openxmlformats.org/drawingml/2006/main">
              <a:ext uri="{FF2B5EF4-FFF2-40B4-BE49-F238E27FC236}">
                <a16:creationId xmlns:a16="http://schemas.microsoft.com/office/drawing/2014/main" id="{A7E450C3-BC6A-449A-81C1-3A2FCAB8CAE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01000" y="1753075"/>
            <a:ext cx="2333700" cy="109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sp>
        <p:nvSpPr>
          <p:cNvPr id="155" name="Google Shape;155;p16">
            <a:extLst xmlns:a="http://schemas.openxmlformats.org/drawingml/2006/main">
              <a:ext uri="{FF2B5EF4-FFF2-40B4-BE49-F238E27FC236}">
                <a16:creationId xmlns:a16="http://schemas.microsoft.com/office/drawing/2014/main" id="{526CD51E-791C-4CC1-8978-E8A371199651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3410347" y="1753079"/>
            <a:ext cx="2319600" cy="109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sp>
        <p:nvSpPr>
          <p:cNvPr id="156" name="Google Shape;156;p16">
            <a:extLst xmlns:a="http://schemas.openxmlformats.org/drawingml/2006/main">
              <a:ext uri="{FF2B5EF4-FFF2-40B4-BE49-F238E27FC236}">
                <a16:creationId xmlns:a16="http://schemas.microsoft.com/office/drawing/2014/main" id="{E15911F1-CBEC-4B9E-A4DA-40A61A8D5617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801075" y="3298725"/>
            <a:ext cx="2333700" cy="109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sp>
        <p:nvSpPr>
          <p:cNvPr id="157" name="Google Shape;157;p16">
            <a:extLst xmlns:a="http://schemas.openxmlformats.org/drawingml/2006/main">
              <a:ext uri="{FF2B5EF4-FFF2-40B4-BE49-F238E27FC236}">
                <a16:creationId xmlns:a16="http://schemas.microsoft.com/office/drawing/2014/main" id="{A89687E0-2E9B-47AA-8FEE-CF12CE9CC109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3410348" y="3298726"/>
            <a:ext cx="2319600" cy="109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sp>
        <p:nvSpPr>
          <p:cNvPr id="158" name="Google Shape;158;p16">
            <a:extLst xmlns:a="http://schemas.openxmlformats.org/drawingml/2006/main">
              <a:ext uri="{FF2B5EF4-FFF2-40B4-BE49-F238E27FC236}">
                <a16:creationId xmlns:a16="http://schemas.microsoft.com/office/drawing/2014/main" id="{4A815AD8-3BC0-46C1-84CB-D5331D451516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6007901" y="1753080"/>
            <a:ext cx="2328900" cy="109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sp>
        <p:nvSpPr>
          <p:cNvPr id="159" name="Google Shape;159;p16">
            <a:extLst xmlns:a="http://schemas.openxmlformats.org/drawingml/2006/main">
              <a:ext uri="{FF2B5EF4-FFF2-40B4-BE49-F238E27FC236}">
                <a16:creationId xmlns:a16="http://schemas.microsoft.com/office/drawing/2014/main" id="{BA9517A7-186D-441D-A5B6-39B440BA9C3E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6007902" y="3298726"/>
            <a:ext cx="2328900" cy="109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sp>
        <p:nvSpPr>
          <p:cNvPr id="160" name="Google Shape;160;p16">
            <a:extLst xmlns:a="http://schemas.openxmlformats.org/drawingml/2006/main">
              <a:ext uri="{FF2B5EF4-FFF2-40B4-BE49-F238E27FC236}">
                <a16:creationId xmlns:a16="http://schemas.microsoft.com/office/drawing/2014/main" id="{5A03CA7B-2D73-42E9-A15D-6BB64C8C3AFF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800875" y="1371775"/>
            <a:ext cx="2333700" cy="46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9pPr>
          </a:lstStyle>
          <a:p xmlns:a="http://schemas.openxmlformats.org/drawingml/2006/main"/>
        </p:txBody>
      </p:sp>
      <p:sp>
        <p:nvSpPr>
          <p:cNvPr id="161" name="Google Shape;161;p16">
            <a:extLst xmlns:a="http://schemas.openxmlformats.org/drawingml/2006/main">
              <a:ext uri="{FF2B5EF4-FFF2-40B4-BE49-F238E27FC236}">
                <a16:creationId xmlns:a16="http://schemas.microsoft.com/office/drawing/2014/main" id="{BCC89F6F-5045-40B9-B453-15B19FCC8CFF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3417192" y="1371775"/>
            <a:ext cx="2310600" cy="46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9pPr>
          </a:lstStyle>
          <a:p xmlns:a="http://schemas.openxmlformats.org/drawingml/2006/main"/>
        </p:txBody>
      </p:sp>
      <p:sp>
        <p:nvSpPr>
          <p:cNvPr id="162" name="Google Shape;162;p16">
            <a:extLst xmlns:a="http://schemas.openxmlformats.org/drawingml/2006/main">
              <a:ext uri="{FF2B5EF4-FFF2-40B4-BE49-F238E27FC236}">
                <a16:creationId xmlns:a16="http://schemas.microsoft.com/office/drawing/2014/main" id="{34F18DD2-CD6E-4E9E-AB6F-F6256AD5EC89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6003225" y="1371775"/>
            <a:ext cx="2328900" cy="46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9pPr>
          </a:lstStyle>
          <a:p xmlns:a="http://schemas.openxmlformats.org/drawingml/2006/main"/>
        </p:txBody>
      </p:sp>
      <p:sp>
        <p:nvSpPr>
          <p:cNvPr id="163" name="Google Shape;163;p16">
            <a:extLst xmlns:a="http://schemas.openxmlformats.org/drawingml/2006/main">
              <a:ext uri="{FF2B5EF4-FFF2-40B4-BE49-F238E27FC236}">
                <a16:creationId xmlns:a16="http://schemas.microsoft.com/office/drawing/2014/main" id="{F7422678-75C1-4BFB-AF66-9027F873E763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801075" y="2917575"/>
            <a:ext cx="2333700" cy="46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9pPr>
          </a:lstStyle>
          <a:p xmlns:a="http://schemas.openxmlformats.org/drawingml/2006/main"/>
        </p:txBody>
      </p:sp>
      <p:sp>
        <p:nvSpPr>
          <p:cNvPr id="164" name="Google Shape;164;p16">
            <a:extLst xmlns:a="http://schemas.openxmlformats.org/drawingml/2006/main">
              <a:ext uri="{FF2B5EF4-FFF2-40B4-BE49-F238E27FC236}">
                <a16:creationId xmlns:a16="http://schemas.microsoft.com/office/drawing/2014/main" id="{0213DA78-C1DB-4685-8361-955445F37289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3417189" y="2917574"/>
            <a:ext cx="2310600" cy="46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9pPr>
          </a:lstStyle>
          <a:p xmlns:a="http://schemas.openxmlformats.org/drawingml/2006/main"/>
        </p:txBody>
      </p:sp>
      <p:sp>
        <p:nvSpPr>
          <p:cNvPr id="165" name="Google Shape;165;p16">
            <a:extLst xmlns:a="http://schemas.openxmlformats.org/drawingml/2006/main">
              <a:ext uri="{FF2B5EF4-FFF2-40B4-BE49-F238E27FC236}">
                <a16:creationId xmlns:a16="http://schemas.microsoft.com/office/drawing/2014/main" id="{DD46EB13-1C48-476D-98A6-7DBE44A8DECA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6012490" y="2917575"/>
            <a:ext cx="2319600" cy="46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None/>
              <a:defRPr sz="2400" b="1">
                <a:latin typeface="Darker Grotesque"/>
                <a:ea typeface="Darker Grotesque"/>
                <a:cs typeface="Darker Grotesque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 matchingName="Numbers and text">
  <p:cSld name="CUSTOM_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8" name="Google Shape;168;p17">
            <a:extLst xmlns:a="http://schemas.openxmlformats.org/drawingml/2006/main">
              <a:ext uri="{FF2B5EF4-FFF2-40B4-BE49-F238E27FC236}">
                <a16:creationId xmlns:a16="http://schemas.microsoft.com/office/drawing/2014/main" id="{BD0E90FC-32B9-4D75-91DD-C1E21DAE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500" y="183725"/>
            <a:ext cx="8679000" cy="4776000"/>
          </a:xfrm>
          <a:prstGeom xmlns:a="http://schemas.openxmlformats.org/drawingml/2006/main" prst="roundRect">
            <a:avLst>
              <a:gd name="adj" fmla="val 3848"/>
            </a:avLst>
          </a:prstGeom>
          <a:solidFill xmlns:a="http://schemas.openxmlformats.org/drawingml/2006/main">
            <a:schemeClr val="dk2"/>
          </a:solidFill>
          <a:ln xmlns:a="http://schemas.openxmlformats.org/drawingml/2006/main"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  <a:effectLst xmlns:a="http://schemas.openxmlformats.org/drawingml/2006/main">
            <a:outerShdw blurRad="185738" dist="47625" dir="3000000" algn="bl" rotWithShape="0">
              <a:schemeClr val="dk1">
                <a:alpha val="30000"/>
              </a:scheme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69" name="Google Shape;169;p17">
            <a:extLst xmlns:a="http://schemas.openxmlformats.org/drawingml/2006/main">
              <a:ext uri="{FF2B5EF4-FFF2-40B4-BE49-F238E27FC236}">
                <a16:creationId xmlns:a16="http://schemas.microsoft.com/office/drawing/2014/main" id="{AF69C3AE-AD11-495C-AD90-3C0CC5F9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500" y="183725"/>
            <a:ext cx="8679000" cy="289500"/>
          </a:xfrm>
          <a:prstGeom xmlns:a="http://schemas.openxmlformats.org/drawingml/2006/main" prst="round2SameRect">
            <a:avLst>
              <a:gd name="adj1" fmla="val 50000"/>
              <a:gd name="adj2" fmla="val 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70" name="Google Shape;170;p17">
            <a:extLst xmlns:a="http://schemas.openxmlformats.org/drawingml/2006/main">
              <a:ext uri="{FF2B5EF4-FFF2-40B4-BE49-F238E27FC236}">
                <a16:creationId xmlns:a16="http://schemas.microsoft.com/office/drawing/2014/main" id="{68B9AC01-27C8-4989-B3B6-64FCC2E0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28375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71" name="Google Shape;171;p17">
            <a:extLst xmlns:a="http://schemas.openxmlformats.org/drawingml/2006/main">
              <a:ext uri="{FF2B5EF4-FFF2-40B4-BE49-F238E27FC236}">
                <a16:creationId xmlns:a16="http://schemas.microsoft.com/office/drawing/2014/main" id="{5345E4E2-7C32-431B-937C-C279C6CD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2199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72" name="Google Shape;172;p17">
            <a:extLst xmlns:a="http://schemas.openxmlformats.org/drawingml/2006/main">
              <a:ext uri="{FF2B5EF4-FFF2-40B4-BE49-F238E27FC236}">
                <a16:creationId xmlns:a16="http://schemas.microsoft.com/office/drawing/2014/main" id="{34E7647D-F803-42E5-BB55-E6E5FD69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16024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73" name="Google Shape;173;p17">
            <a:extLst xmlns:a="http://schemas.openxmlformats.org/drawingml/2006/main">
              <a:ext uri="{FF2B5EF4-FFF2-40B4-BE49-F238E27FC236}">
                <a16:creationId xmlns:a16="http://schemas.microsoft.com/office/drawing/2014/main" id="{CBAEB72F-7855-4628-A1A9-3AE58D7228F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98388" y="2751471"/>
            <a:ext cx="3492600" cy="76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74" name="Google Shape;174;p17">
            <a:extLst xmlns:a="http://schemas.openxmlformats.org/drawingml/2006/main">
              <a:ext uri="{FF2B5EF4-FFF2-40B4-BE49-F238E27FC236}">
                <a16:creationId xmlns:a16="http://schemas.microsoft.com/office/drawing/2014/main" id="{2DD441E6-10D6-4697-B08C-C733976575D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98400" y="3678522"/>
            <a:ext cx="3492600" cy="42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</a:defRPr>
            </a:lvl9pPr>
          </a:lstStyle>
          <a:p xmlns:a="http://schemas.openxmlformats.org/drawingml/2006/main"/>
        </p:txBody>
      </p:sp>
      <p:sp>
        <p:nvSpPr>
          <p:cNvPr id="175" name="Google Shape;175;p17">
            <a:extLst xmlns:a="http://schemas.openxmlformats.org/drawingml/2006/main">
              <a:ext uri="{FF2B5EF4-FFF2-40B4-BE49-F238E27FC236}">
                <a16:creationId xmlns:a16="http://schemas.microsoft.com/office/drawing/2014/main" id="{3691D0A3-AF87-4F0E-B3FC-E01ECA83375B}"/>
              </a:ext>
            </a:extLst>
          </p:cNvPr>
          <p:cNvSpPr>
            <a:spLocks xmlns:a="http://schemas.openxmlformats.org/drawingml/2006/main" noGrp="1"/>
          </p:cNvSpPr>
          <p:nvPr>
            <p:ph type="title" idx="2" hasCustomPrompt="1"/>
          </p:nvPr>
        </p:nvSpPr>
        <p:spPr>
          <a:xfrm xmlns:a="http://schemas.openxmlformats.org/drawingml/2006/main">
            <a:off x="2825700" y="1040485"/>
            <a:ext cx="3492600" cy="76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76" name="Google Shape;176;p17">
            <a:extLst xmlns:a="http://schemas.openxmlformats.org/drawingml/2006/main">
              <a:ext uri="{FF2B5EF4-FFF2-40B4-BE49-F238E27FC236}">
                <a16:creationId xmlns:a16="http://schemas.microsoft.com/office/drawing/2014/main" id="{4AD82FE3-09C3-4E88-A1A7-6D5D2F47D333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2825700" y="1967824"/>
            <a:ext cx="3492600" cy="42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</a:defRPr>
            </a:lvl9pPr>
          </a:lstStyle>
          <a:p xmlns:a="http://schemas.openxmlformats.org/drawingml/2006/main"/>
        </p:txBody>
      </p:sp>
      <p:sp>
        <p:nvSpPr>
          <p:cNvPr id="177" name="Google Shape;177;p17">
            <a:extLst xmlns:a="http://schemas.openxmlformats.org/drawingml/2006/main">
              <a:ext uri="{FF2B5EF4-FFF2-40B4-BE49-F238E27FC236}">
                <a16:creationId xmlns:a16="http://schemas.microsoft.com/office/drawing/2014/main" id="{AAD03A7B-AE44-40D0-92CE-9F7774CED8B3}"/>
              </a:ext>
            </a:extLst>
          </p:cNvPr>
          <p:cNvSpPr>
            <a:spLocks xmlns:a="http://schemas.openxmlformats.org/drawingml/2006/main" noGrp="1"/>
          </p:cNvSpPr>
          <p:nvPr>
            <p:ph type="title" idx="4" hasCustomPrompt="1"/>
          </p:nvPr>
        </p:nvSpPr>
        <p:spPr>
          <a:xfrm xmlns:a="http://schemas.openxmlformats.org/drawingml/2006/main">
            <a:off x="4853013" y="2751471"/>
            <a:ext cx="3492600" cy="76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78" name="Google Shape;178;p17">
            <a:extLst xmlns:a="http://schemas.openxmlformats.org/drawingml/2006/main">
              <a:ext uri="{FF2B5EF4-FFF2-40B4-BE49-F238E27FC236}">
                <a16:creationId xmlns:a16="http://schemas.microsoft.com/office/drawing/2014/main" id="{E31E0376-7413-4A51-9B72-3C29B7464DA4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4853025" y="3678522"/>
            <a:ext cx="3492600" cy="42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 matchingName="Thanks">
  <p:cSld name="CUSTOM_3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1" name="Google Shape;181;p18">
            <a:extLst xmlns:a="http://schemas.openxmlformats.org/drawingml/2006/main">
              <a:ext uri="{FF2B5EF4-FFF2-40B4-BE49-F238E27FC236}">
                <a16:creationId xmlns:a16="http://schemas.microsoft.com/office/drawing/2014/main" id="{C51ADF05-0BA8-4D77-A715-58EA6AE1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500" y="183725"/>
            <a:ext cx="8679000" cy="4776000"/>
          </a:xfrm>
          <a:prstGeom xmlns:a="http://schemas.openxmlformats.org/drawingml/2006/main" prst="roundRect">
            <a:avLst>
              <a:gd name="adj" fmla="val 3848"/>
            </a:avLst>
          </a:prstGeom>
          <a:solidFill xmlns:a="http://schemas.openxmlformats.org/drawingml/2006/main">
            <a:schemeClr val="dk2"/>
          </a:solidFill>
          <a:ln xmlns:a="http://schemas.openxmlformats.org/drawingml/2006/main"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  <a:effectLst xmlns:a="http://schemas.openxmlformats.org/drawingml/2006/main">
            <a:outerShdw blurRad="185738" dist="47625" dir="3000000" algn="bl" rotWithShape="0">
              <a:schemeClr val="dk1">
                <a:alpha val="30000"/>
              </a:scheme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82" name="Google Shape;182;p18">
            <a:extLst xmlns:a="http://schemas.openxmlformats.org/drawingml/2006/main">
              <a:ext uri="{FF2B5EF4-FFF2-40B4-BE49-F238E27FC236}">
                <a16:creationId xmlns:a16="http://schemas.microsoft.com/office/drawing/2014/main" id="{C8C28C96-D34C-491E-A01C-957CC864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500" y="183725"/>
            <a:ext cx="8679000" cy="289500"/>
          </a:xfrm>
          <a:prstGeom xmlns:a="http://schemas.openxmlformats.org/drawingml/2006/main" prst="round2SameRect">
            <a:avLst>
              <a:gd name="adj1" fmla="val 50000"/>
              <a:gd name="adj2" fmla="val 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83" name="Google Shape;183;p18">
            <a:extLst xmlns:a="http://schemas.openxmlformats.org/drawingml/2006/main">
              <a:ext uri="{FF2B5EF4-FFF2-40B4-BE49-F238E27FC236}">
                <a16:creationId xmlns:a16="http://schemas.microsoft.com/office/drawing/2014/main" id="{CB542828-B3DB-45FD-A394-16F63E9D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28375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84" name="Google Shape;184;p18">
            <a:extLst xmlns:a="http://schemas.openxmlformats.org/drawingml/2006/main">
              <a:ext uri="{FF2B5EF4-FFF2-40B4-BE49-F238E27FC236}">
                <a16:creationId xmlns:a16="http://schemas.microsoft.com/office/drawing/2014/main" id="{7217AB65-66FB-496B-A5A3-78561924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2199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85" name="Google Shape;185;p18">
            <a:extLst xmlns:a="http://schemas.openxmlformats.org/drawingml/2006/main">
              <a:ext uri="{FF2B5EF4-FFF2-40B4-BE49-F238E27FC236}">
                <a16:creationId xmlns:a16="http://schemas.microsoft.com/office/drawing/2014/main" id="{66CC04F0-5DC8-4AD6-8F4C-5C78E71D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16024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86" name="Google Shape;186;p18">
            <a:extLst xmlns:a="http://schemas.openxmlformats.org/drawingml/2006/main">
              <a:ext uri="{FF2B5EF4-FFF2-40B4-BE49-F238E27FC236}">
                <a16:creationId xmlns:a16="http://schemas.microsoft.com/office/drawing/2014/main" id="{8AA2BC06-5DF7-4E9D-A912-BA36CEE45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731630" y="889625"/>
            <a:ext cx="3680700" cy="105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187" name="Google Shape;187;p18">
            <a:extLst xmlns:a="http://schemas.openxmlformats.org/drawingml/2006/main">
              <a:ext uri="{FF2B5EF4-FFF2-40B4-BE49-F238E27FC236}">
                <a16:creationId xmlns:a16="http://schemas.microsoft.com/office/drawing/2014/main" id="{B827346C-783C-4ED3-A48E-80E44867B41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31599" y="1899375"/>
            <a:ext cx="3680700" cy="105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sp>
        <p:nvSpPr>
          <p:cNvPr id="188" name="Google Shape;188;p18">
            <a:extLst xmlns:a="http://schemas.openxmlformats.org/drawingml/2006/main">
              <a:ext uri="{FF2B5EF4-FFF2-40B4-BE49-F238E27FC236}">
                <a16:creationId xmlns:a16="http://schemas.microsoft.com/office/drawing/2014/main" id="{DD279308-E114-434F-9BF0-16490790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100" y="3611950"/>
            <a:ext cx="4945800" cy="55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30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dk1"/>
                </a:solidFill>
                <a:latin typeface="Barlow"/>
                <a:ea typeface="Barlow"/>
                <a:cs typeface="Barlow"/>
              </a:rPr>
              <a:t>CREDITS</a:t>
            </a:r>
            <a:r>
              <a: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</a:rPr>
              <a:t>: This presentation template was created by </a:t>
            </a:r>
            <a:r>
              <a:rPr sz="1200" b="1" u="sng">
                <a:solidFill>
                  <a:schemeClr val="dk1"/>
                </a:solidFill>
                <a:latin typeface="Barlow"/>
                <a:ea typeface="Barlow"/>
                <a:cs typeface="Barlow"/>
              </a:rPr>
              <a:t>Slidesgo</a:t>
            </a:r>
            <a:r>
              <a: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</a:rPr>
              <a:t>, and includes icons by </a:t>
            </a:r>
            <a:r>
              <a:rPr sz="1200" b="1" u="sng">
                <a:solidFill>
                  <a:schemeClr val="dk1"/>
                </a:solidFill>
                <a:latin typeface="Barlow"/>
                <a:ea typeface="Barlow"/>
                <a:cs typeface="Barlow"/>
              </a:rPr>
              <a:t>Flaticon</a:t>
            </a:r>
            <a:r>
              <a: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</a:rPr>
              <a:t>, and infographics &amp; images by </a:t>
            </a:r>
            <a:r>
              <a:rPr sz="1200" b="1" u="sng">
                <a:solidFill>
                  <a:schemeClr val="dk1"/>
                </a:solidFill>
                <a:latin typeface="Barlow"/>
                <a:ea typeface="Barlow"/>
                <a:cs typeface="Barlow"/>
              </a:rPr>
              <a:t>Freepik</a:t>
            </a:r>
            <a:r>
              <a:rPr sz="1200" b="1" u="sng">
                <a:solidFill>
                  <a:schemeClr val="dk1"/>
                </a:solidFill>
                <a:latin typeface="Barlow"/>
                <a:ea typeface="Barlow"/>
                <a:cs typeface="Barlow"/>
              </a:rPr>
              <a:t> </a:t>
            </a:r>
            <a:endParaRPr sz="1200" b="1" u="sng">
              <a:solidFill>
                <a:schemeClr val="dk1"/>
              </a:solidFill>
              <a:latin typeface="Barlow"/>
              <a:ea typeface="Barlow"/>
              <a:cs typeface="Barlow"/>
            </a:endParaRPr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Background">
  <p:cSld name="CUSTOM_9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1" name="Google Shape;191;p19">
            <a:extLst xmlns:a="http://schemas.openxmlformats.org/drawingml/2006/main">
              <a:ext uri="{FF2B5EF4-FFF2-40B4-BE49-F238E27FC236}">
                <a16:creationId xmlns:a16="http://schemas.microsoft.com/office/drawing/2014/main" id="{BF8AF629-3798-4EAB-85BD-68D80ED8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500" y="183725"/>
            <a:ext cx="8679000" cy="4776000"/>
          </a:xfrm>
          <a:prstGeom xmlns:a="http://schemas.openxmlformats.org/drawingml/2006/main" prst="roundRect">
            <a:avLst>
              <a:gd name="adj" fmla="val 3848"/>
            </a:avLst>
          </a:prstGeom>
          <a:solidFill xmlns:a="http://schemas.openxmlformats.org/drawingml/2006/main">
            <a:schemeClr val="dk2"/>
          </a:solidFill>
          <a:ln xmlns:a="http://schemas.openxmlformats.org/drawingml/2006/main"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 xmlns:a="http://schemas.openxmlformats.org/drawingml/2006/main">
            <a:outerShdw blurRad="185738" dist="47625" dir="3000000" algn="bl" rotWithShape="0">
              <a:schemeClr val="dk1">
                <a:alpha val="30000"/>
              </a:scheme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92" name="Google Shape;192;p19">
            <a:extLst xmlns:a="http://schemas.openxmlformats.org/drawingml/2006/main">
              <a:ext uri="{FF2B5EF4-FFF2-40B4-BE49-F238E27FC236}">
                <a16:creationId xmlns:a16="http://schemas.microsoft.com/office/drawing/2014/main" id="{912AFAB9-8F42-4EFB-9BB2-A51FD74E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500" y="183725"/>
            <a:ext cx="8679000" cy="289500"/>
          </a:xfrm>
          <a:prstGeom xmlns:a="http://schemas.openxmlformats.org/drawingml/2006/main" prst="round2SameRect">
            <a:avLst>
              <a:gd name="adj1" fmla="val 50000"/>
              <a:gd name="adj2" fmla="val 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93" name="Google Shape;193;p19">
            <a:extLst xmlns:a="http://schemas.openxmlformats.org/drawingml/2006/main">
              <a:ext uri="{FF2B5EF4-FFF2-40B4-BE49-F238E27FC236}">
                <a16:creationId xmlns:a16="http://schemas.microsoft.com/office/drawing/2014/main" id="{68D3E84A-4D07-4D55-A4AD-1B4F1D06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28375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94" name="Google Shape;194;p19">
            <a:extLst xmlns:a="http://schemas.openxmlformats.org/drawingml/2006/main">
              <a:ext uri="{FF2B5EF4-FFF2-40B4-BE49-F238E27FC236}">
                <a16:creationId xmlns:a16="http://schemas.microsoft.com/office/drawing/2014/main" id="{2242B77A-2D1C-466D-848A-A6C56FF6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2199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95" name="Google Shape;195;p19">
            <a:extLst xmlns:a="http://schemas.openxmlformats.org/drawingml/2006/main">
              <a:ext uri="{FF2B5EF4-FFF2-40B4-BE49-F238E27FC236}">
                <a16:creationId xmlns:a16="http://schemas.microsoft.com/office/drawing/2014/main" id="{8B731A81-CF80-45A7-883D-7EEFEB33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16024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lt2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</p:spTree>
  </p:cSld>
</p:sldLayout>
</file>

<file path=ppt/slideLayouts/slideLayout19.xml><?xml version="1.0" encoding="utf-8"?>
<p:sldLayout xmlns:p="http://schemas.openxmlformats.org/presentationml/2006/main" matchingName="Background 1">
  <p:cSld name="CUSTOM_9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8" name="Google Shape;198;p20">
            <a:extLst xmlns:a="http://schemas.openxmlformats.org/drawingml/2006/main">
              <a:ext uri="{FF2B5EF4-FFF2-40B4-BE49-F238E27FC236}">
                <a16:creationId xmlns:a16="http://schemas.microsoft.com/office/drawing/2014/main" id="{ACBD3B81-1A40-4B42-87BA-391B6D3D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500" y="183725"/>
            <a:ext cx="8679000" cy="4776000"/>
          </a:xfrm>
          <a:prstGeom xmlns:a="http://schemas.openxmlformats.org/drawingml/2006/main" prst="roundRect">
            <a:avLst>
              <a:gd name="adj" fmla="val 3848"/>
            </a:avLst>
          </a:prstGeom>
          <a:solidFill xmlns:a="http://schemas.openxmlformats.org/drawingml/2006/main">
            <a:schemeClr val="dk2"/>
          </a:solidFill>
          <a:ln xmlns:a="http://schemas.openxmlformats.org/drawingml/2006/main"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 xmlns:a="http://schemas.openxmlformats.org/drawingml/2006/main">
            <a:outerShdw blurRad="185738" dist="47625" dir="3000000" algn="bl" rotWithShape="0">
              <a:schemeClr val="dk1">
                <a:alpha val="30000"/>
              </a:scheme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199" name="Google Shape;199;p20">
            <a:extLst xmlns:a="http://schemas.openxmlformats.org/drawingml/2006/main">
              <a:ext uri="{FF2B5EF4-FFF2-40B4-BE49-F238E27FC236}">
                <a16:creationId xmlns:a16="http://schemas.microsoft.com/office/drawing/2014/main" id="{C28AAADA-0CEA-4C88-9E1E-FB1F11F7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500" y="183725"/>
            <a:ext cx="8679000" cy="289500"/>
          </a:xfrm>
          <a:prstGeom xmlns:a="http://schemas.openxmlformats.org/drawingml/2006/main" prst="round2SameRect">
            <a:avLst>
              <a:gd name="adj1" fmla="val 50000"/>
              <a:gd name="adj2" fmla="val 0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200" name="Google Shape;200;p20">
            <a:extLst xmlns:a="http://schemas.openxmlformats.org/drawingml/2006/main">
              <a:ext uri="{FF2B5EF4-FFF2-40B4-BE49-F238E27FC236}">
                <a16:creationId xmlns:a16="http://schemas.microsoft.com/office/drawing/2014/main" id="{834FD64C-5D0B-4BEB-9316-DEB313F2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28375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201" name="Google Shape;201;p20">
            <a:extLst xmlns:a="http://schemas.openxmlformats.org/drawingml/2006/main">
              <a:ext uri="{FF2B5EF4-FFF2-40B4-BE49-F238E27FC236}">
                <a16:creationId xmlns:a16="http://schemas.microsoft.com/office/drawing/2014/main" id="{4A026337-2A08-4594-A8E2-FEDD119C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72199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202" name="Google Shape;202;p20">
            <a:extLst xmlns:a="http://schemas.openxmlformats.org/drawingml/2006/main">
              <a:ext uri="{FF2B5EF4-FFF2-40B4-BE49-F238E27FC236}">
                <a16:creationId xmlns:a16="http://schemas.microsoft.com/office/drawing/2014/main" id="{F90E7A40-96F6-4B17-876A-2B73541F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16024" y="274025"/>
            <a:ext cx="116400" cy="11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Blank slide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1.xml><?xml version="1.0" encoding="utf-8"?>
<p:sldLayout xmlns:p="http://schemas.openxmlformats.org/presentationml/2006/main" matchingName="Title only">
  <p:cSld name="CUS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8" name="Google Shape;208;p23">
            <a:extLst xmlns:a="http://schemas.openxmlformats.org/drawingml/2006/main">
              <a:ext uri="{FF2B5EF4-FFF2-40B4-BE49-F238E27FC236}">
                <a16:creationId xmlns:a16="http://schemas.microsoft.com/office/drawing/2014/main" id="{76A7021C-46AB-446F-832A-AD66F04C40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3450" y="511025"/>
            <a:ext cx="7697100" cy="48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</a:defRPr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</a:defRPr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</a:defRPr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</a:defRPr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</a:defRPr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</a:defRPr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</a:defRPr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0418e8e58e144f8a" Type="http://schemas.openxmlformats.org/officeDocument/2006/relationships/theme" Target="theme/theme2.xml"/><Relationship Id="R08539f8ed42946b5" Type="http://schemas.openxmlformats.org/officeDocument/2006/relationships/slideLayout" Target="../slideLayouts/slideLayout16.xml"/><Relationship Id="R1538c9d51e39428a" Type="http://schemas.openxmlformats.org/officeDocument/2006/relationships/slideLayout" Target="../slideLayouts/slideLayout1.xml"/><Relationship Id="R20ae756bbaac4918" Type="http://schemas.openxmlformats.org/officeDocument/2006/relationships/slideLayout" Target="../slideLayouts/slideLayout10.xml"/><Relationship Id="R2d35c925bad442cc" Type="http://schemas.openxmlformats.org/officeDocument/2006/relationships/slideLayout" Target="../slideLayouts/slideLayout19.xml"/><Relationship Id="R43621b77b22940b7" Type="http://schemas.openxmlformats.org/officeDocument/2006/relationships/slideLayout" Target="../slideLayouts/slideLayout13.xml"/><Relationship Id="R47f6da15260b400e" Type="http://schemas.openxmlformats.org/officeDocument/2006/relationships/slideLayout" Target="../slideLayouts/slideLayout5.xml"/><Relationship Id="R4ff468f7d2664066" Type="http://schemas.openxmlformats.org/officeDocument/2006/relationships/slideLayout" Target="../slideLayouts/slideLayout11.xml"/><Relationship Id="R5c95fbfdf4c04a97" Type="http://schemas.openxmlformats.org/officeDocument/2006/relationships/slideLayout" Target="../slideLayouts/slideLayout7.xml"/><Relationship Id="R5d2b88128c3c48d8" Type="http://schemas.openxmlformats.org/officeDocument/2006/relationships/slideLayout" Target="../slideLayouts/slideLayout6.xml"/><Relationship Id="R6ec5739643404de4" Type="http://schemas.openxmlformats.org/officeDocument/2006/relationships/slideLayout" Target="../slideLayouts/slideLayout3.xml"/><Relationship Id="R84804f2ef5064c70" Type="http://schemas.openxmlformats.org/officeDocument/2006/relationships/slideLayout" Target="../slideLayouts/slideLayout4.xml"/><Relationship Id="Rad8ba001a85a40db" Type="http://schemas.openxmlformats.org/officeDocument/2006/relationships/slideLayout" Target="../slideLayouts/slideLayout9.xml"/><Relationship Id="Rba33ded5e5534cde" Type="http://schemas.openxmlformats.org/officeDocument/2006/relationships/slideLayout" Target="../slideLayouts/slideLayout12.xml"/><Relationship Id="Rc96bfd7ec33a40f7" Type="http://schemas.openxmlformats.org/officeDocument/2006/relationships/slideLayout" Target="../slideLayouts/slideLayout8.xml"/><Relationship Id="Rcea2311c124b4d29" Type="http://schemas.openxmlformats.org/officeDocument/2006/relationships/slideLayout" Target="../slideLayouts/slideLayout18.xml"/><Relationship Id="Rcf0065059cd147dd" Type="http://schemas.openxmlformats.org/officeDocument/2006/relationships/slideLayout" Target="../slideLayouts/slideLayout17.xml"/><Relationship Id="Rd1680c807d164bef" Type="http://schemas.openxmlformats.org/officeDocument/2006/relationships/slideLayout" Target="../slideLayouts/slideLayout15.xml"/><Relationship Id="Rd31268efecb749c5" Type="http://schemas.openxmlformats.org/officeDocument/2006/relationships/slideLayout" Target="../slideLayouts/slideLayout14.xml"/><Relationship Id="Rfcb1c8e5ed7848c6" Type="http://schemas.openxmlformats.org/officeDocument/2006/relationships/slideLayout" Target="../slideLayouts/slideLayout2.xml"/></Relationships>
</file>

<file path=ppt/slideMasters/_rels/slideMaster2.xml.rels><?xml version='1.0' encoding='UTF-8' standalone='yes'?>
<Relationships xmlns="http://schemas.openxmlformats.org/package/2006/relationships"><Relationship Id="Rb0f1c3f8035a4877" Type="http://schemas.openxmlformats.org/officeDocument/2006/relationships/slideLayout" Target="../slideLayouts/slideLayout20.xml"/><Relationship Id="Rbe500e5b759947a5" Type="http://schemas.openxmlformats.org/officeDocument/2006/relationships/theme" Target="theme/theme3.xml"/><Relationship Id="Rc44759e208fc43bd" Type="http://schemas.openxmlformats.org/officeDocument/2006/relationships/slideLayout" Target="../slideLayouts/slideLayout21.xml"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86A0FD85-D3B4-4D5E-9DDA-67D967EAC5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521225"/>
            <a:ext cx="77175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rker Grotesque Black"/>
              <a:buNone/>
              <a:defRPr sz="3000">
                <a:solidFill>
                  <a:schemeClr val="dk1"/>
                </a:solidFill>
                <a:latin typeface="Darker Grotesque Black"/>
                <a:ea typeface="Darker Grotesque Black"/>
                <a:cs typeface="Darker Grotesque Black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rker Grotesque"/>
              <a:buNone/>
              <a:defRPr sz="30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rker Grotesque"/>
              <a:buNone/>
              <a:defRPr sz="30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rker Grotesque"/>
              <a:buNone/>
              <a:defRPr sz="30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rker Grotesque"/>
              <a:buNone/>
              <a:defRPr sz="30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rker Grotesque"/>
              <a:buNone/>
              <a:defRPr sz="30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rker Grotesque"/>
              <a:buNone/>
              <a:defRPr sz="30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rker Grotesque"/>
              <a:buNone/>
              <a:defRPr sz="30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rker Grotesque"/>
              <a:buNone/>
              <a:defRPr sz="30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E5ACDC62-9FCC-43CC-970A-FCFBCC7B6B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3225" y="1152475"/>
            <a:ext cx="77175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●"/>
              <a:def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</a:defRPr>
            </a:lvl1pPr>
            <a:lvl2pPr marL="9144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○"/>
              <a:def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</a:defRPr>
            </a:lvl2pPr>
            <a:lvl3pPr marL="13716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■"/>
              <a:def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</a:defRPr>
            </a:lvl3pPr>
            <a:lvl4pPr marL="18288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●"/>
              <a:def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</a:defRPr>
            </a:lvl4pPr>
            <a:lvl5pPr marL="22860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○"/>
              <a:def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</a:defRPr>
            </a:lvl5pPr>
            <a:lvl6pPr marL="27432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■"/>
              <a:def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</a:defRPr>
            </a:lvl6pPr>
            <a:lvl7pPr marL="32004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●"/>
              <a:def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</a:defRPr>
            </a:lvl7pPr>
            <a:lvl8pPr marL="36576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○"/>
              <a:def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</a:defRPr>
            </a:lvl8pPr>
            <a:lvl9pPr marL="41148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■"/>
              <a:defRPr sz="1200">
                <a:solidFill>
                  <a:schemeClr val="dk1"/>
                </a:solidFill>
                <a:latin typeface="Barlow Medium"/>
                <a:ea typeface="Barlow Medium"/>
                <a:cs typeface="Barlow Medium"/>
              </a:defRPr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38c9d51e39428a"/>
    <p:sldLayoutId xmlns:r="http://schemas.openxmlformats.org/officeDocument/2006/relationships" id="2147483650" r:id="Rfcb1c8e5ed7848c6"/>
    <p:sldLayoutId xmlns:r="http://schemas.openxmlformats.org/officeDocument/2006/relationships" id="2147483651" r:id="R6ec5739643404de4"/>
    <p:sldLayoutId xmlns:r="http://schemas.openxmlformats.org/officeDocument/2006/relationships" id="2147483652" r:id="R84804f2ef5064c70"/>
    <p:sldLayoutId xmlns:r="http://schemas.openxmlformats.org/officeDocument/2006/relationships" id="2147483653" r:id="R47f6da15260b400e"/>
    <p:sldLayoutId xmlns:r="http://schemas.openxmlformats.org/officeDocument/2006/relationships" id="2147483654" r:id="R5d2b88128c3c48d8"/>
    <p:sldLayoutId xmlns:r="http://schemas.openxmlformats.org/officeDocument/2006/relationships" id="2147483655" r:id="R5c95fbfdf4c04a97"/>
    <p:sldLayoutId xmlns:r="http://schemas.openxmlformats.org/officeDocument/2006/relationships" id="2147483656" r:id="Rc96bfd7ec33a40f7"/>
    <p:sldLayoutId xmlns:r="http://schemas.openxmlformats.org/officeDocument/2006/relationships" id="2147483657" r:id="Rad8ba001a85a40db"/>
    <p:sldLayoutId xmlns:r="http://schemas.openxmlformats.org/officeDocument/2006/relationships" id="2147483658" r:id="R20ae756bbaac4918"/>
    <p:sldLayoutId xmlns:r="http://schemas.openxmlformats.org/officeDocument/2006/relationships" id="2147483659" r:id="R4ff468f7d2664066"/>
    <p:sldLayoutId xmlns:r="http://schemas.openxmlformats.org/officeDocument/2006/relationships" id="2147483660" r:id="Rba33ded5e5534cde"/>
    <p:sldLayoutId xmlns:r="http://schemas.openxmlformats.org/officeDocument/2006/relationships" id="2147483661" r:id="R43621b77b22940b7"/>
    <p:sldLayoutId xmlns:r="http://schemas.openxmlformats.org/officeDocument/2006/relationships" id="2147483662" r:id="Rd31268efecb749c5"/>
    <p:sldLayoutId xmlns:r="http://schemas.openxmlformats.org/officeDocument/2006/relationships" id="2147483663" r:id="Rd1680c807d164bef"/>
    <p:sldLayoutId xmlns:r="http://schemas.openxmlformats.org/officeDocument/2006/relationships" id="2147483664" r:id="R08539f8ed42946b5"/>
    <p:sldLayoutId xmlns:r="http://schemas.openxmlformats.org/officeDocument/2006/relationships" id="2147483665" r:id="Rcf0065059cd147dd"/>
    <p:sldLayoutId xmlns:r="http://schemas.openxmlformats.org/officeDocument/2006/relationships" id="2147483666" r:id="Rcea2311c124b4d29"/>
    <p:sldLayoutId xmlns:r="http://schemas.openxmlformats.org/officeDocument/2006/relationships" id="2147483667" r:id="R2d35c925bad442cc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rgbClr val="0E2A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4" name="Google Shape;204;p21">
            <a:extLst xmlns:a="http://schemas.openxmlformats.org/drawingml/2006/main">
              <a:ext uri="{FF2B5EF4-FFF2-40B4-BE49-F238E27FC236}">
                <a16:creationId xmlns:a16="http://schemas.microsoft.com/office/drawing/2014/main" id="{0F753C9B-99E9-4081-B802-787285F74F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8100" y="933450"/>
            <a:ext cx="7047300" cy="48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</a:defRPr>
            </a:lvl9pPr>
          </a:lstStyle>
          <a:p xmlns:a="http://schemas.openxmlformats.org/drawingml/2006/main"/>
        </p:txBody>
      </p:sp>
      <p:sp>
        <p:nvSpPr>
          <p:cNvPr id="205" name="Google Shape;205;p21">
            <a:extLst xmlns:a="http://schemas.openxmlformats.org/drawingml/2006/main">
              <a:ext uri="{FF2B5EF4-FFF2-40B4-BE49-F238E27FC236}">
                <a16:creationId xmlns:a16="http://schemas.microsoft.com/office/drawing/2014/main" id="{C18BB1DC-574B-4F70-8147-6F39A5F1BE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68100" y="1695450"/>
            <a:ext cx="7047300" cy="250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1pPr>
            <a:lvl2pPr marL="9144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2pPr>
            <a:lvl3pPr marL="13716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3pPr>
            <a:lvl4pPr marL="18288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4pPr>
            <a:lvl5pPr marL="22860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5pPr>
            <a:lvl6pPr marL="27432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6pPr>
            <a:lvl7pPr marL="32004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7pPr>
            <a:lvl8pPr marL="36576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8pPr>
            <a:lvl9pPr marL="411480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9" r:id="Rb0f1c3f8035a4877"/>
    <p:sldLayoutId xmlns:r="http://schemas.openxmlformats.org/officeDocument/2006/relationships" id="2147483670" r:id="Rc44759e208fc43bd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Quoting App Pitch Deck by Slidesgo">
  <a:themeElements>
    <a:clrScheme name="Simple Light">
      <a:dk1>
        <a:srgbClr val="24282A"/>
      </a:dk1>
      <a:lt1>
        <a:srgbClr val="F1E7D6"/>
      </a:lt1>
      <a:dk2>
        <a:srgbClr val="FCF6E7"/>
      </a:dk2>
      <a:lt2>
        <a:srgbClr val="EEBB90"/>
      </a:lt2>
      <a:accent1>
        <a:srgbClr val="E6907D"/>
      </a:accent1>
      <a:accent2>
        <a:srgbClr val="DD4F3D"/>
      </a:accent2>
      <a:accent3>
        <a:srgbClr val="BBC8BA"/>
      </a:accent3>
      <a:accent4>
        <a:srgbClr val="538786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3a162d756b304c57" Type="http://schemas.openxmlformats.org/officeDocument/2006/relationships/slideLayout" Target="../slideLayouts/slideLayout1.xml"/><Relationship Id="Rf4a216c9db754d8d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a54828f190464e8f" Type="http://schemas.openxmlformats.org/officeDocument/2006/relationships/notesSlide" Target="../notesSlides/notesSlide2.xml"/><Relationship Id="Rfac1b13db9004bc4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072896158a6c4832" Type="http://schemas.openxmlformats.org/officeDocument/2006/relationships/notesSlide" Target="../notesSlides/notesSlide3.xml"/><Relationship Id="R920a565cb58b4efa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5b1df683e7be4068" Type="http://schemas.openxmlformats.org/officeDocument/2006/relationships/notesSlide" Target="../notesSlides/notesSlide4.xml"/><Relationship Id="Rb99fbb5d6c4e4903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06d4a60777984fa6" Type="http://schemas.openxmlformats.org/officeDocument/2006/relationships/slideLayout" Target="../slideLayouts/slideLayout6.xml"/><Relationship Id="Ref0a1b3c960a4c1a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478a3cab1c874f47" Type="http://schemas.openxmlformats.org/officeDocument/2006/relationships/slideLayout" Target="../slideLayouts/slideLayout15.xml"/><Relationship Id="Rca311b052a8c47e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493a08ab8487417d" Type="http://schemas.openxmlformats.org/officeDocument/2006/relationships/slideLayout" Target="../slideLayouts/slideLayout14.xml"/><Relationship Id="R9faf36e676504b2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7c1b34d034bc4594" Type="http://schemas.openxmlformats.org/officeDocument/2006/relationships/notesSlide" Target="../notesSlides/notesSlide8.xml"/><Relationship Id="Recb7302e781b46b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0a0d5fa54e6042f1" Type="http://schemas.openxmlformats.org/officeDocument/2006/relationships/notesSlide" Target="../notesSlides/notesSlide9.xml"/><Relationship Id="Ref697069f42642bc" Type="http://schemas.openxmlformats.org/officeDocument/2006/relationships/slideLayout" Target="../slideLayouts/slideLayout13.xml"/></Relationships>
</file>

<file path=ppt/slides/_rels/slide10.xml.rels><?xml version='1.0' encoding='UTF-8' standalone='yes'?>
<Relationships xmlns="http://schemas.openxmlformats.org/package/2006/relationships"><Relationship Id="R3e2b7a3ec1bc4b3a" Type="http://schemas.openxmlformats.org/officeDocument/2006/relationships/slideLayout" Target="../slideLayouts/slideLayout5.xml"/><Relationship Id="R8615b1d53f1b4fb0" Type="http://schemas.openxmlformats.org/officeDocument/2006/relationships/notesSlide" Target="../notesSlides/notesSlide10.xml"/><Relationship Id="Rf6002639b9da4d61" Type="http://schemas.openxmlformats.org/officeDocument/2006/relationships/image" Target="../media/image.png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6b5192ac62a4438d" Type="http://schemas.openxmlformats.org/officeDocument/2006/relationships/notesSlide" Target="../notesSlides/notesSlide11.xml"/><Relationship Id="Rd3488e0846ec4a72" Type="http://schemas.openxmlformats.org/officeDocument/2006/relationships/slideLayout" Target="../slideLayouts/slideLayout14.xml"/></Relationships>
</file>

<file path=ppt/slides/_rels/slide12.xml.rels><?xml version='1.0' encoding='UTF-8' standalone='yes'?>
<Relationships xmlns="http://schemas.openxmlformats.org/package/2006/relationships"><Relationship Id="R119742771f454a56" Type="http://schemas.openxmlformats.org/officeDocument/2006/relationships/slideLayout" Target="../slideLayouts/slideLayout16.xml"/><Relationship Id="Ra8b30b3702f445a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5646ceeb0f3943de" Type="http://schemas.openxmlformats.org/officeDocument/2006/relationships/notesSlide" Target="../notesSlides/notesSlide13.xml"/><Relationship Id="R6bce6a7ce91c4157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0c63f811088e4289" Type="http://schemas.openxmlformats.org/officeDocument/2006/relationships/slideLayout" Target="../slideLayouts/slideLayout17.xml"/><Relationship Id="Rec2453141292459d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14" name="Google Shape;214;p24">
            <ns1:extLst>
              <ns1:ext uri="{FF2B5EF4-FFF2-40B4-BE49-F238E27FC236}">
                <ns2:creationId id="{0B6DDA1C-4E47-4BD5-AE6B-44BAFE01FD2A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2657475" y="4724400"/>
            <ns1:ext cx="104775" cy="104775"/>
          </ns1:xfrm>
          <ns1:prstGeom prst="ellipse">
            <ns1:avLst/>
          </ns1:prstGeom>
          <ns1:solidFill>
            <ns1:srgbClr val="E6907D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215" name="Google Shape;215;p24">
            <ns1:extLst>
              <ns1:ext uri="{FF2B5EF4-FFF2-40B4-BE49-F238E27FC236}">
                <ns2:creationId id="{F477A436-FEE3-4F8D-B16E-7B33742154DD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2943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216" name="Google Shape;216;p24">
            <ns1:extLst>
              <ns1:ext uri="{FF2B5EF4-FFF2-40B4-BE49-F238E27FC236}">
                <ns2:creationId id="{158A1EF1-32DF-48A5-86FA-C45E3CC98202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2289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217" name="Google Shape;217;p24">
            <ns1:extLst>
              <ns1:ext uri="{FF2B5EF4-FFF2-40B4-BE49-F238E27FC236}">
                <ns2:creationId id="{2BB46EC2-8A4B-4887-B3DB-03D96414D881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5147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218" name="Google Shape;218;p24">
            <ns1:extLst>
              <ns1:ext uri="{FF2B5EF4-FFF2-40B4-BE49-F238E27FC236}">
                <ns2:creationId id="{BAB6A7DD-5DD8-4721-B957-637BB1E9DCBB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800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219" name="Google Shape;219;p24">
            <ns1:extLst>
              <ns1:ext uri="{FF2B5EF4-FFF2-40B4-BE49-F238E27FC236}">
                <ns2:creationId id="{8DC12166-D72F-4E56-9962-8F7CBD5AE32E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086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220" name="Google Shape;220;p24">
            <ns1:extLst>
              <ns1:ext uri="{FF2B5EF4-FFF2-40B4-BE49-F238E27FC236}">
                <ns2:creationId id="{39AE83E7-E755-4121-96E1-0F72B3C64FDF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3719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221" name="Google Shape;221;p24">
            <ns1:extLst>
              <ns1:ext uri="{FF2B5EF4-FFF2-40B4-BE49-F238E27FC236}">
                <ns2:creationId id="{C95D6BED-9F4A-45A5-B547-C79A6CE00095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6577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222" name="Google Shape;222;p24">
            <ns1:extLst>
              <ns1:ext uri="{FF2B5EF4-FFF2-40B4-BE49-F238E27FC236}">
                <ns2:creationId id="{ADE269F1-4FDA-4C03-B781-91109E184891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943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223" name="Google Shape;223;p24">
            <ns1:extLst>
              <ns1:ext uri="{FF2B5EF4-FFF2-40B4-BE49-F238E27FC236}">
                <ns2:creationId id="{B6D5453F-1AE7-4318-B88D-C45785724AB4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229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224" name="Google Shape;224;p24">
            <ns1:extLst>
              <ns1:ext uri="{FF2B5EF4-FFF2-40B4-BE49-F238E27FC236}">
                <ns2:creationId id="{BFC2F1F1-515E-4D8B-BB08-1420134667FD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5149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225" name="Google Shape;225;p24">
            <ns1:extLst>
              <ns1:ext uri="{FF2B5EF4-FFF2-40B4-BE49-F238E27FC236}">
                <ns2:creationId id="{093A349D-8DAC-4C2D-9961-850F40C7C044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8007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226" name="Google Shape;226;p24">
            <ns1:extLst>
              <ns1:ext uri="{FF2B5EF4-FFF2-40B4-BE49-F238E27FC236}">
                <ns2:creationId id="{5AD1E60D-5E2C-4556-9661-4E000A26AE61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086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227" name="Google Shape;227;p24">
            <ns1:extLst>
              <ns1:ext uri="{FF2B5EF4-FFF2-40B4-BE49-F238E27FC236}">
                <ns2:creationId id="{D02A28AD-0495-4E01-95FF-8110D6C27A92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372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228" name="Google Shape;228;p24">
            <ns1:extLst>
              <ns1:ext uri="{FF2B5EF4-FFF2-40B4-BE49-F238E27FC236}">
                <ns2:creationId id="{B0EFC466-36D6-45BB-88B2-1159E2EDC94E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828210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229" name="Google Shape;229;p24">
            <ns1:extLst>
              <ns1:ext uri="{FF2B5EF4-FFF2-40B4-BE49-F238E27FC236}">
                <ns2:creationId id="{6A4CC758-38EE-4F80-B318-53A2F302215D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120302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230" name="Google Shape;230;p24">
            <ns1:extLst>
              <ns1:ext uri="{FF2B5EF4-FFF2-40B4-BE49-F238E27FC236}">
                <ns2:creationId id="{2DD72AB9-91BD-45F2-AC4F-E88A55886306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412393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231" name="Google Shape;231;p24">
            <ns1:extLst>
              <ns1:ext uri="{FF2B5EF4-FFF2-40B4-BE49-F238E27FC236}">
                <ns2:creationId id="{14D979DB-53D7-43E7-9686-169CFB79E971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704485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232" name="Google Shape;232;p24">
            <ns1:extLst>
              <ns1:ext uri="{FF2B5EF4-FFF2-40B4-BE49-F238E27FC236}">
                <ns2:creationId id="{8C4DCBE8-6A0E-48AE-9E7B-D61E8F1BA016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996577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233" name="Google Shape;233;p24">
            <ns1:extLst>
              <ns1:ext uri="{FF2B5EF4-FFF2-40B4-BE49-F238E27FC236}">
                <ns2:creationId id="{43A59FF6-623C-462F-8D36-3A84AFF6CB02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7288669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234" name="Google Shape;234;p24">
            <ns1:extLst>
              <ns1:ext uri="{FF2B5EF4-FFF2-40B4-BE49-F238E27FC236}">
                <ns2:creationId id="{2B9B30E7-D5D4-4896-BD0C-B2ED378818F2}"/>
              </ns1:ext>
            </ns1:extLst>
          </ns0:cNvPr>
          <ns0:cNvSpPr>
            <ns1:spLocks noGrp="1"/>
          </ns0:cNvSpPr>
          <ns0:nvPr>
            <ns0:ph type="ctrTitle" idx="0"/>
          </ns0:nvPr>
        </ns0:nvSpPr>
        <ns0:spPr>
          <ns1:xfrm>
            <ns1:off x="952500" y="1295400"/>
            <ns1:ext cx="7239000" cy="1000125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 algn="ctr">
              <ns1:defRPr sz="480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480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480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480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480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480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480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480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480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480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480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4800" b="1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Campus Agent</ns1:t>
            </ns1:r>
            <ns1:endParaRPr/>
          </ns1:p>
        </ns0:txBody>
      </ns0:sp>
      <ns0:sp>
        <ns0:nvSpPr>
          <ns0:cNvPr id="235" name="Google Shape;235;p24">
            <ns1:extLst>
              <ns1:ext uri="{FF2B5EF4-FFF2-40B4-BE49-F238E27FC236}">
                <ns2:creationId id="{B44668CD-2D85-40E9-BA8A-4CF3CFA3D2B4}"/>
              </ns1:ext>
            </ns1:extLst>
          </ns0:cNvPr>
          <ns0:cNvSpPr>
            <ns1:spLocks noGrp="1"/>
          </ns0:cNvSpPr>
          <ns0:nvPr>
            <ns0:ph type="subTitle" idx="1"/>
          </ns0:nvPr>
        </ns0:nvSpPr>
        <ns0:spPr>
          <ns1:xfrm>
            <ns1:off x="904875" y="2562225"/>
            <ns1:ext cx="7334250" cy="457200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 algn="ctr">
              <ns1:defRPr sz="21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21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21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21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21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21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21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21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21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21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21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175" b="1">
                <ns1:solidFill>
                  <ns1:srgbClr val="538786"/>
                </ns1:solidFill>
                <ns1:latin typeface="Microsoft YaHei"/>
                <ns1:ea typeface="微软雅黑"/>
                <ns1:cs typeface="Microsoft YaHei"/>
              </ns1:rPr>
              <ns1:t>面向校园场景的个人自动化智能体</ns1:t>
            </ns1:r>
            <ns1:endParaRPr/>
          </ns1:p>
        </ns0:txBody>
      </ns0:sp>
      <ns0:sp>
        <ns0:nvSpPr>
          <ns0:cNvPr id="236" name="">
            <ns1:extLst>
              <ns1:ext uri="{FF2B5EF4-FFF2-40B4-BE49-F238E27FC236}">
                <ns2:creationId id="{911A5390-71F4-4AFA-98CC-EB3F98D6ADCE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3286125"/>
            <ns1:ext cx="7239000" cy="381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 algn="ctr">
              <ns1:defRPr sz="17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17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17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17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17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17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17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17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17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17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algn="ctr">
              <ns1:defRPr sz="17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72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理解个人目标，持续组织与推进日常事务</ns1:t>
            </ns1:r>
          </ns1:p>
        </ns0:txBody>
      </ns0:sp>
      <ns0:sp>
        <ns0:nvSpPr>
          <ns0:cNvPr id="237" name="">
            <ns1:extLst>
              <ns1:ext uri="{FF2B5EF4-FFF2-40B4-BE49-F238E27FC236}">
                <ns2:creationId id="{1E85D914-E3A9-4F61-987D-282E9F0B3F05}"/>
              </ns1:ext>
            </ns1:extLst>
          </ns0:cNvPr>
          <ns0:cNvSpPr>
            <ns1:spLocks noGrp="1"/>
          </ns0:cNvSpPr>
          <ns0:nvPr/>
        </ns0:nvSpPr>
        <ns0:spPr>
          <ns1:xfrm>
            <ns1:off x="952500" y="3962400"/>
            <ns1:ext cx="7239000" cy="25717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 algn="ctr">
              <ns1:defRPr sz="1200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1200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1200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1200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1200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1200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1200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1200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1200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1200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algn="ctr">
              <ns1:defRPr sz="1200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200" b="0">
                <ns1:solidFill>
                  <ns1:srgbClr val="66716D"/>
                </ns1:solidFill>
                <ns1:latin typeface="Microsoft YaHei"/>
                <ns1:ea typeface="微软雅黑"/>
                <ns1:cs typeface="Microsoft YaHei"/>
              </ns1:rPr>
              <ns1:t>AIC 答辩材料</ns1:t>
            </ns1:r>
          </ns1:p>
        </ns0:txBody>
      </ns0:sp>
      <ns0:sp>
        <ns0:nvSpPr>
          <ns0:cNvPr id="238" name="TextBox 237"/>
          <ns0:cNvSpPr txBox="1"/>
          <ns0:nvPr/>
        </ns0:nvSpPr>
        <ns0:spPr>
          <ns1:xfrm>
            <ns1:off x="6550000" y="4880000"/>
            <ns1:ext cx="2360000" cy="200000"/>
          </ns1:xfrm>
          <ns1:prstGeom prst="rect">
            <ns1:avLst/>
          </ns1:prstGeom>
          <ns1:noFill/>
        </ns0:spPr>
        <ns0:txBody>
          <ns1:bodyPr wrap="square" anchor="t" lIns="36576" rIns="36576" tIns="36576" bIns="36576">
            <ns1:spAutoFit/>
          </ns1:bodyPr>
          <ns1:lstStyle/>
          <ns1:p>
            <ns1:pPr algn="r">
              <ns1:lnSpc>
                <ns1:spcPct val="115000"/>
              </ns1:lnSpc>
              <ns1:spcAft>
                <ns1:spcPts val="400"/>
              </ns1:spcAft>
            </ns1:pPr>
            <ns1:r>
              <ns1:rPr sz="800" b="0">
                <ns1:solidFill>
                  <ns1:srgbClr val="5A6678"/>
                </ns1:solidFill>
                <ns1:ea typeface="微软雅黑"/>
              </ns1:rPr>
              <ns1:t>Campus Agent｜AIC-2026-15513467｜1/20</ns1:t>
            </ns1:r>
          </ns1:p>
        </ns0:txBody>
      </ns0:sp>
    </ns0:spTree>
    <ns0:extLst>
      <ns0:ext uri="{BB962C8B-B14F-4D97-AF65-F5344CB8AC3E}">
        <ns3:creationId val="1759987525"/>
      </ns0:ext>
    </ns0:extLst>
  </ns0:cSld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412" name="Google Shape;412;p30">
            <ns1:extLst>
              <ns1:ext uri="{FF2B5EF4-FFF2-40B4-BE49-F238E27FC236}">
                <ns2:creationId id="{3581DAE4-B6D1-4305-B8F1-9593290D774B}"/>
              </ns1:ext>
            </ns1:extLst>
          </ns0:cNvPr>
          <ns0:cNvSpPr>
            <ns1:spLocks noGrp="1"/>
          </ns0:cNvSpPr>
          <ns0:nvPr>
            <ns0:ph type="title" idx="0"/>
          </ns0:nvPr>
        </ns0:nvSpPr>
        <ns0:spPr>
          <ns1:xfrm>
            <ns1:off x="723900" y="638175"/>
            <ns1:ext cx="7715250" cy="504825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>
                <ns1:ea typeface="微软雅黑"/>
              </ns1:rPr>
              <ns1:t>真正贵的不是信息，是每次都要重新协调</ns1:t>
            </ns1:r>
            <ns1:endParaRPr/>
          </ns1:p>
        </ns0:txBody>
      </ns0:sp>
      <ns0:sp>
        <ns0:nvSpPr>
          <ns0:cNvPr id="413" name="Google Shape;413;p30">
            <ns1:extLst>
              <ns1:ext uri="{FF2B5EF4-FFF2-40B4-BE49-F238E27FC236}">
                <ns2:creationId id="{170973FB-1024-45C9-8181-63341B0833F0}"/>
              </ns1:ext>
            </ns1:extLst>
          </ns0:cNvPr>
          <ns0:cNvSpPr>
            <ns1:spLocks noGrp="1"/>
          </ns0:cNvSpPr>
          <ns0:nvPr>
            <ns0:ph type="subTitle" idx="4"/>
          </ns0:nvPr>
        </ns0:nvSpPr>
        <ns0:spPr>
          <ns1:xfrm>
            <ns1:off x="2447925" y="1285875"/>
            <ns1:ext cx="5715000" cy="333375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1">
                <ns1:solidFill>
                  <ns1:srgbClr val="538786"/>
                </ns1:solidFill>
                <ns1:latin typeface="Microsoft YaHei"/>
                <ns1:ea typeface="微软雅黑"/>
                <ns1:cs typeface="Microsoft YaHei"/>
              </ns1:rPr>
              <ns1:t>背景反复说明</ns1:t>
            </ns1:r>
            <ns1:endParaRPr/>
          </ns1:p>
        </ns0:txBody>
      </ns0:sp>
      <ns0:sp>
        <ns0:nvSpPr>
          <ns0:cNvPr id="414" name="Google Shape;414;p30">
            <ns1:extLst>
              <ns1:ext uri="{FF2B5EF4-FFF2-40B4-BE49-F238E27FC236}">
                <ns2:creationId id="{709F7D91-68EB-4D9D-866A-D564F69E164D}"/>
              </ns1:ext>
            </ns1:extLst>
          </ns0:cNvPr>
          <ns0:cNvSpPr>
            <ns1:spLocks noGrp="1"/>
          </ns0:cNvSpPr>
          <ns0:nvPr>
            <ns0:ph type="subTitle" idx="5"/>
          </ns0:nvPr>
        </ns0:nvSpPr>
        <ns0:spPr>
          <ns1:xfrm>
            <ns1:off x="2447925" y="2333625"/>
            <ns1:ext cx="5715000" cy="333375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1">
                <ns1:solidFill>
                  <ns1:srgbClr val="538786"/>
                </ns1:solidFill>
                <ns1:latin typeface="Microsoft YaHei"/>
                <ns1:ea typeface="微软雅黑"/>
                <ns1:cs typeface="Microsoft YaHei"/>
              </ns1:rPr>
              <ns1:t>信息反复加工</ns1:t>
            </ns1:r>
            <ns1:endParaRPr/>
          </ns1:p>
        </ns0:txBody>
      </ns0:sp>
      <ns0:sp>
        <ns0:nvSpPr>
          <ns0:cNvPr id="415" name="Google Shape;415;p30">
            <ns1:extLst>
              <ns1:ext uri="{FF2B5EF4-FFF2-40B4-BE49-F238E27FC236}">
                <ns2:creationId id="{06402B99-CDC8-4785-82C2-4D0A03083F16}"/>
              </ns1:ext>
            </ns1:extLst>
          </ns0:cNvPr>
          <ns0:cNvSpPr>
            <ns1:spLocks noGrp="1"/>
          </ns0:cNvSpPr>
          <ns0:nvPr>
            <ns0:ph type="subTitle" idx="1"/>
          </ns0:nvPr>
        </ns0:nvSpPr>
        <ns0:spPr>
          <ns1:xfrm>
            <ns1:off x="2447925" y="1704975"/>
            <ns1:ext cx="5715000" cy="638175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7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每次处理新问题，都要重述自己的目标</ns1:t>
            </ns1:r>
            <ns1:endParaRPr/>
          </ns1:p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7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课程、任务与个人情况散落在不同入口</ns1:t>
            </ns1:r>
            <ns1:endParaRPr/>
          </ns1:p>
        </ns0:txBody>
      </ns0:sp>
      <ns0:sp>
        <ns0:nvSpPr>
          <ns0:cNvPr id="416" name="Google Shape;416;p30">
            <ns1:extLst>
              <ns1:ext uri="{FF2B5EF4-FFF2-40B4-BE49-F238E27FC236}">
                <ns2:creationId id="{C4FEB388-6FBA-4FE2-955C-5B529BA188BF}"/>
              </ns1:ext>
            </ns1:extLst>
          </ns0:cNvPr>
          <ns0:cNvSpPr>
            <ns1:spLocks noGrp="1"/>
          </ns0:cNvSpPr>
          <ns0:nvPr>
            <ns0:ph type="subTitle" idx="2"/>
          </ns0:nvPr>
        </ns0:nvSpPr>
        <ns0:spPr>
          <ns1:xfrm>
            <ns1:off x="2447925" y="2752725"/>
            <ns1:ext cx="5715000" cy="638175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7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通知需要重新阅读、提取时间和整理待办</ns1:t>
            </ns1:r>
            <ns1:endParaRPr/>
          </ns1:p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7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同一类操作持续占用注意力</ns1:t>
            </ns1:r>
            <ns1:endParaRPr/>
          </ns1:p>
        </ns0:txBody>
      </ns0:sp>
      <ns0:sp>
        <ns0:nvSpPr>
          <ns0:cNvPr id="417" name="Google Shape;417;p30">
            <ns1:extLst>
              <ns1:ext uri="{FF2B5EF4-FFF2-40B4-BE49-F238E27FC236}">
                <ns2:creationId id="{2F36911B-01D3-42D7-BA6E-97F1DB1380B4}"/>
              </ns1:ext>
            </ns1:extLst>
          </ns0:cNvPr>
          <ns0:cNvSpPr>
            <ns1:spLocks noGrp="1"/>
          </ns0:cNvSpPr>
          <ns0:nvPr>
            <ns0:ph type="subTitle" idx="3"/>
          </ns0:nvPr>
        </ns0:nvSpPr>
        <ns0:spPr>
          <ns1:xfrm>
            <ns1:off x="2447925" y="3800475"/>
            <ns1:ext cx="5715000" cy="638175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7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目标确定之后，仍需不断拆解与排期</ns1:t>
            </ns1:r>
            <ns1:endParaRPr/>
          </ns1:p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7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任务变化时，原有安排也需要更新</ns1:t>
            </ns1:r>
            <ns1:endParaRPr/>
          </ns1:p>
        </ns0:txBody>
      </ns0:sp>
      <ns0:sp>
        <ns0:nvSpPr>
          <ns0:cNvPr id="418" name="Google Shape;418;p30">
            <ns1:extLst>
              <ns1:ext uri="{FF2B5EF4-FFF2-40B4-BE49-F238E27FC236}">
                <ns2:creationId id="{A083DD70-BC87-421C-8B16-0C1F9A03A9B2}"/>
              </ns1:ext>
            </ns1:extLst>
          </ns0:cNvPr>
          <ns0:cNvSpPr>
            <ns1:spLocks noGrp="1"/>
          </ns0:cNvSpPr>
          <ns0:nvPr>
            <ns0:ph type="subTitle" idx="6"/>
          </ns0:nvPr>
        </ns0:nvSpPr>
        <ns0:spPr>
          <ns1:xfrm>
            <ns1:off x="2447925" y="3381375"/>
            <ns1:ext cx="5715000" cy="333375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1">
                <ns1:solidFill>
                  <ns1:srgbClr val="538786"/>
                </ns1:solidFill>
                <ns1:latin typeface="Microsoft YaHei"/>
                <ns1:ea typeface="微软雅黑"/>
                <ns1:cs typeface="Microsoft YaHei"/>
              </ns1:rPr>
              <ns1:t>计划难以持续</ns1:t>
            </ns1:r>
            <ns1:endParaRPr/>
          </ns1:p>
        </ns0:txBody>
      </ns0:sp>
      <ns0:sp>
        <ns0:nvSpPr>
          <ns0:cNvPr id="420" name="Google Shape;420;p30">
            <ns1:extLst>
              <ns1:ext uri="{FF2B5EF4-FFF2-40B4-BE49-F238E27FC236}">
                <ns2:creationId id="{CA0169AA-A1F2-4277-9193-E84464FAF5D3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1926338" y="1224956"/>
            <ns1:ext cx="295982" cy="208011"/>
          </ns1:xfrm>
          <ns1:custGeom>
            <ns1:rect l="l" t="t" r="r" b="b"/>
            <ns1:pathLst>
              <ns1:path w="561103" h="394334">
                <ns1:moveTo>
                  <ns1:pt x="545782" y="0"/>
                </ns1:moveTo>
                <ns1:lnTo>
                  <ns1:pt x="337185" y="0"/>
                </ns1:lnTo>
                <ns1:lnTo>
                  <ns1:pt x="297180" y="120015"/>
                </ns1:lnTo>
                <ns1:cubicBezTo>
                  <ns1:pt x="295275" y="126683"/>
                  <ns1:pt x="288607" y="131445"/>
                  <ns1:pt x="281940" y="131445"/>
                </ns1:cubicBezTo>
                <ns1:lnTo>
                  <ns1:pt x="0" y="131445"/>
                </ns1:lnTo>
                <ns1:lnTo>
                  <ns1:pt x="0" y="378142"/>
                </ns1:lnTo>
                <ns1:cubicBezTo>
                  <ns1:pt x="0" y="387667"/>
                  <ns1:pt x="7620" y="394335"/>
                  <ns1:pt x="16193" y="394335"/>
                </ns1:cubicBezTo>
                <ns1:lnTo>
                  <ns1:pt x="33338" y="394335"/>
                </ns1:lnTo>
                <ns1:lnTo>
                  <ns1:pt x="33338" y="213360"/>
                </ns1:lnTo>
                <ns1:cubicBezTo>
                  <ns1:pt x="33338" y="185738"/>
                  <ns1:pt x="55245" y="163830"/>
                  <ns1:pt x="82868" y="163830"/>
                </ns1:cubicBezTo>
                <ns1:lnTo>
                  <ns1:pt x="478155" y="163830"/>
                </ns1:lnTo>
                <ns1:cubicBezTo>
                  <ns1:pt x="505777" y="163830"/>
                  <ns1:pt x="527685" y="185738"/>
                  <ns1:pt x="527685" y="213360"/>
                </ns1:cubicBezTo>
                <ns1:lnTo>
                  <ns1:pt x="527685" y="394335"/>
                </ns1:lnTo>
                <ns1:lnTo>
                  <ns1:pt x="544830" y="394335"/>
                </ns1:lnTo>
                <ns1:cubicBezTo>
                  <ns1:pt x="554355" y="394335"/>
                  <ns1:pt x="561023" y="386715"/>
                  <ns1:pt x="561023" y="378142"/>
                </ns1:cubicBezTo>
                <ns1:lnTo>
                  <ns1:pt x="561023" y="16192"/>
                </ns1:lnTo>
                <ns1:cubicBezTo>
                  <ns1:pt x="561975" y="7620"/>
                  <ns1:pt x="554355" y="0"/>
                  <ns1:pt x="545782" y="0"/>
                </ns1:cubicBezTo>
                <ns1:lnTo>
                  <ns1:pt x="545782" y="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21" name="Google Shape;421;p30">
            <ns1:extLst>
              <ns1:ext uri="{FF2B5EF4-FFF2-40B4-BE49-F238E27FC236}">
                <ns2:creationId id="{7D58F840-3765-4700-AC71-09BA5D344242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1926842" y="1224956"/>
            <ns1:ext cx="159274" cy="52254"/>
          </ns1:xfrm>
          <ns1:custGeom>
            <ns1:rect l="l" t="t" r="r" b="b"/>
            <ns1:pathLst>
              <ns1:path w="301942" h="99059">
                <ns1:moveTo>
                  <ns1:pt x="268605" y="99060"/>
                </ns1:moveTo>
                <ns1:lnTo>
                  <ns1:pt x="301943" y="0"/>
                </ns1:lnTo>
                <ns1:lnTo>
                  <ns1:pt x="16193" y="0"/>
                </ns1:lnTo>
                <ns1:cubicBezTo>
                  <ns1:pt x="6668" y="0"/>
                  <ns1:pt x="0" y="7620"/>
                  <ns1:pt x="0" y="16192"/>
                </ns1:cubicBezTo>
                <ns1:lnTo>
                  <ns1:pt x="0" y="98108"/>
                </ns1:lnTo>
                <ns1:lnTo>
                  <ns1:pt x="268605" y="98108"/>
                </ns1:lnTo>
                <ns1:close/>
                <ns1:moveTo>
                  <ns1:pt x="214313" y="33338"/>
                </ns1:moveTo>
                <ns1:cubicBezTo>
                  <ns1:pt x="223838" y="33338"/>
                  <ns1:pt x="230505" y="40958"/>
                  <ns1:pt x="230505" y="49530"/>
                </ns1:cubicBezTo>
                <ns1:cubicBezTo>
                  <ns1:pt x="230505" y="58103"/>
                  <ns1:pt x="222885" y="65722"/>
                  <ns1:pt x="214313" y="65722"/>
                </ns1:cubicBezTo>
                <ns1:cubicBezTo>
                  <ns1:pt x="205740" y="65722"/>
                  <ns1:pt x="198120" y="58103"/>
                  <ns1:pt x="198120" y="49530"/>
                </ns1:cubicBezTo>
                <ns1:cubicBezTo>
                  <ns1:pt x="198120" y="40958"/>
                  <ns1:pt x="204788" y="33338"/>
                  <ns1:pt x="214313" y="33338"/>
                </ns1:cubicBezTo>
                <ns1:lnTo>
                  <ns1:pt x="214313" y="33338"/>
                </ns1:lnTo>
                <ns1:close/>
                <ns1:moveTo>
                  <ns1:pt x="148590" y="33338"/>
                </ns1:moveTo>
                <ns1:cubicBezTo>
                  <ns1:pt x="158115" y="33338"/>
                  <ns1:pt x="164783" y="40958"/>
                  <ns1:pt x="164783" y="49530"/>
                </ns1:cubicBezTo>
                <ns1:cubicBezTo>
                  <ns1:pt x="164783" y="58103"/>
                  <ns1:pt x="157163" y="65722"/>
                  <ns1:pt x="148590" y="65722"/>
                </ns1:cubicBezTo>
                <ns1:cubicBezTo>
                  <ns1:pt x="140018" y="65722"/>
                  <ns1:pt x="132398" y="58103"/>
                  <ns1:pt x="132398" y="49530"/>
                </ns1:cubicBezTo>
                <ns1:cubicBezTo>
                  <ns1:pt x="132398" y="40958"/>
                  <ns1:pt x="139065" y="33338"/>
                  <ns1:pt x="148590" y="33338"/>
                </ns1:cubicBezTo>
                <ns1:lnTo>
                  <ns1:pt x="148590" y="33338"/>
                </ns1:lnTo>
                <ns1:close/>
                <ns1:moveTo>
                  <ns1:pt x="82868" y="33338"/>
                </ns1:moveTo>
                <ns1:cubicBezTo>
                  <ns1:pt x="92393" y="33338"/>
                  <ns1:pt x="99060" y="40958"/>
                  <ns1:pt x="99060" y="49530"/>
                </ns1:cubicBezTo>
                <ns1:cubicBezTo>
                  <ns1:pt x="99060" y="58103"/>
                  <ns1:pt x="91440" y="65722"/>
                  <ns1:pt x="82868" y="65722"/>
                </ns1:cubicBezTo>
                <ns1:cubicBezTo>
                  <ns1:pt x="74295" y="65722"/>
                  <ns1:pt x="66675" y="58103"/>
                  <ns1:pt x="66675" y="49530"/>
                </ns1:cubicBezTo>
                <ns1:cubicBezTo>
                  <ns1:pt x="66675" y="40958"/>
                  <ns1:pt x="73343" y="33338"/>
                  <ns1:pt x="82868" y="33338"/>
                </ns1:cubicBezTo>
                <ns1:lnTo>
                  <ns1:pt x="82868" y="33338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22" name="Google Shape;422;p30">
            <ns1:extLst>
              <ns1:ext uri="{FF2B5EF4-FFF2-40B4-BE49-F238E27FC236}">
                <ns2:creationId id="{6DCD9D2F-36B1-41AF-B569-01653B99AF32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1961591" y="1329202"/>
            <ns1:ext cx="225640" cy="173343"/>
          </ns1:xfrm>
          <ns1:custGeom>
            <ns1:rect l="l" t="t" r="r" b="b"/>
            <ns1:pathLst>
              <ns1:path w="427753" h="328612">
                <ns1:moveTo>
                  <ns1:pt x="411480" y="0"/>
                </ns1:moveTo>
                <ns1:lnTo>
                  <ns1:pt x="16193" y="0"/>
                </ns1:lnTo>
                <ns1:cubicBezTo>
                  <ns1:pt x="6668" y="0"/>
                  <ns1:pt x="0" y="7620"/>
                  <ns1:pt x="0" y="16192"/>
                </ns1:cubicBezTo>
                <ns1:lnTo>
                  <ns1:pt x="0" y="312420"/>
                </ns1:lnTo>
                <ns1:cubicBezTo>
                  <ns1:pt x="0" y="321945"/>
                  <ns1:pt x="7620" y="328613"/>
                  <ns1:pt x="16193" y="328613"/>
                </ns1:cubicBezTo>
                <ns1:lnTo>
                  <ns1:pt x="411480" y="328613"/>
                </ns1:lnTo>
                <ns1:cubicBezTo>
                  <ns1:pt x="421005" y="328613"/>
                  <ns1:pt x="427673" y="320992"/>
                  <ns1:pt x="427673" y="312420"/>
                </ns1:cubicBezTo>
                <ns1:lnTo>
                  <ns1:pt x="427673" y="16192"/>
                </ns1:lnTo>
                <ns1:cubicBezTo>
                  <ns1:pt x="428625" y="7620"/>
                  <ns1:pt x="421005" y="0"/>
                  <ns1:pt x="411480" y="0"/>
                </ns1:cubicBezTo>
                <ns1:lnTo>
                  <ns1:pt x="411480" y="0"/>
                </ns1:lnTo>
                <ns1:close/>
                <ns1:moveTo>
                  <ns1:pt x="313373" y="49530"/>
                </ns1:moveTo>
                <ns1:cubicBezTo>
                  <ns1:pt x="322898" y="49530"/>
                  <ns1:pt x="329565" y="57150"/>
                  <ns1:pt x="329565" y="65723"/>
                </ns1:cubicBezTo>
                <ns1:cubicBezTo>
                  <ns1:pt x="329565" y="74295"/>
                  <ns1:pt x="321945" y="81915"/>
                  <ns1:pt x="313373" y="81915"/>
                </ns1:cubicBezTo>
                <ns1:cubicBezTo>
                  <ns1:pt x="304800" y="81915"/>
                  <ns1:pt x="297180" y="74295"/>
                  <ns1:pt x="297180" y="65723"/>
                </ns1:cubicBezTo>
                <ns1:cubicBezTo>
                  <ns1:pt x="297180" y="57150"/>
                  <ns1:pt x="303848" y="49530"/>
                  <ns1:pt x="313373" y="49530"/>
                </ns1:cubicBezTo>
                <ns1:lnTo>
                  <ns1:pt x="313373" y="49530"/>
                </ns1:lnTo>
                <ns1:close/>
                <ns1:moveTo>
                  <ns1:pt x="247650" y="49530"/>
                </ns1:moveTo>
                <ns1:cubicBezTo>
                  <ns1:pt x="257175" y="49530"/>
                  <ns1:pt x="263843" y="57150"/>
                  <ns1:pt x="263843" y="65723"/>
                </ns1:cubicBezTo>
                <ns1:cubicBezTo>
                  <ns1:pt x="263843" y="74295"/>
                  <ns1:pt x="256223" y="81915"/>
                  <ns1:pt x="247650" y="81915"/>
                </ns1:cubicBezTo>
                <ns1:cubicBezTo>
                  <ns1:pt x="239077" y="81915"/>
                  <ns1:pt x="231457" y="74295"/>
                  <ns1:pt x="231457" y="65723"/>
                </ns1:cubicBezTo>
                <ns1:cubicBezTo>
                  <ns1:pt x="231457" y="57150"/>
                  <ns1:pt x="238125" y="49530"/>
                  <ns1:pt x="247650" y="49530"/>
                </ns1:cubicBezTo>
                <ns1:lnTo>
                  <ns1:pt x="247650" y="49530"/>
                </ns1:lnTo>
                <ns1:close/>
                <ns1:moveTo>
                  <ns1:pt x="230505" y="132398"/>
                </ns1:moveTo>
                <ns1:cubicBezTo>
                  <ns1:pt x="230505" y="141923"/>
                  <ns1:pt x="222885" y="148590"/>
                  <ns1:pt x="214313" y="148590"/>
                </ns1:cubicBezTo>
                <ns1:lnTo>
                  <ns1:pt x="115252" y="148590"/>
                </ns1:lnTo>
                <ns1:cubicBezTo>
                  <ns1:pt x="105727" y="148590"/>
                  <ns1:pt x="99060" y="140970"/>
                  <ns1:pt x="99060" y="132398"/>
                </ns1:cubicBezTo>
                <ns1:cubicBezTo>
                  <ns1:pt x="99060" y="123825"/>
                  <ns1:pt x="106680" y="116205"/>
                  <ns1:pt x="115252" y="116205"/>
                </ns1:cubicBezTo>
                <ns1:lnTo>
                  <ns1:pt x="214313" y="116205"/>
                </ns1:lnTo>
                <ns1:cubicBezTo>
                  <ns1:pt x="223838" y="115253"/>
                  <ns1:pt x="230505" y="122873"/>
                  <ns1:pt x="230505" y="132398"/>
                </ns1:cubicBezTo>
                <ns1:lnTo>
                  <ns1:pt x="230505" y="132398"/>
                </ns1:lnTo>
                <ns1:close/>
                <ns1:moveTo>
                  <ns1:pt x="82868" y="49530"/>
                </ns1:moveTo>
                <ns1:lnTo>
                  <ns1:pt x="180975" y="49530"/>
                </ns1:lnTo>
                <ns1:cubicBezTo>
                  <ns1:pt x="190500" y="49530"/>
                  <ns1:pt x="197168" y="57150"/>
                  <ns1:pt x="197168" y="65723"/>
                </ns1:cubicBezTo>
                <ns1:cubicBezTo>
                  <ns1:pt x="197168" y="74295"/>
                  <ns1:pt x="189548" y="81915"/>
                  <ns1:pt x="180975" y="81915"/>
                </ns1:cubicBezTo>
                <ns1:lnTo>
                  <ns1:pt x="81915" y="81915"/>
                </ns1:lnTo>
                <ns1:cubicBezTo>
                  <ns1:pt x="72390" y="81915"/>
                  <ns1:pt x="65723" y="74295"/>
                  <ns1:pt x="65723" y="65723"/>
                </ns1:cubicBezTo>
                <ns1:cubicBezTo>
                  <ns1:pt x="65723" y="57150"/>
                  <ns1:pt x="73343" y="49530"/>
                  <ns1:pt x="82868" y="49530"/>
                </ns1:cubicBezTo>
                <ns1:lnTo>
                  <ns1:pt x="82868" y="49530"/>
                </ns1:lnTo>
                <ns1:close/>
                <ns1:moveTo>
                  <ns1:pt x="82868" y="181928"/>
                </ns1:moveTo>
                <ns1:cubicBezTo>
                  <ns1:pt x="92393" y="181928"/>
                  <ns1:pt x="99060" y="189548"/>
                  <ns1:pt x="99060" y="198120"/>
                </ns1:cubicBezTo>
                <ns1:cubicBezTo>
                  <ns1:pt x="99060" y="206692"/>
                  <ns1:pt x="91440" y="214313"/>
                  <ns1:pt x="82868" y="214313"/>
                </ns1:cubicBezTo>
                <ns1:cubicBezTo>
                  <ns1:pt x="74295" y="214313"/>
                  <ns1:pt x="66675" y="206692"/>
                  <ns1:pt x="66675" y="198120"/>
                </ns1:cubicBezTo>
                <ns1:cubicBezTo>
                  <ns1:pt x="66675" y="189548"/>
                  <ns1:pt x="73343" y="181928"/>
                  <ns1:pt x="82868" y="181928"/>
                </ns1:cubicBezTo>
                <ns1:lnTo>
                  <ns1:pt x="82868" y="181928"/>
                </ns1:lnTo>
                <ns1:close/>
                <ns1:moveTo>
                  <ns1:pt x="180975" y="280035"/>
                </ns1:moveTo>
                <ns1:lnTo>
                  <ns1:pt x="81915" y="280035"/>
                </ns1:lnTo>
                <ns1:cubicBezTo>
                  <ns1:pt x="72390" y="280035"/>
                  <ns1:pt x="65723" y="272415"/>
                  <ns1:pt x="65723" y="263842"/>
                </ns1:cubicBezTo>
                <ns1:cubicBezTo>
                  <ns1:pt x="65723" y="255270"/>
                  <ns1:pt x="73343" y="247650"/>
                  <ns1:pt x="81915" y="247650"/>
                </ns1:cubicBezTo>
                <ns1:lnTo>
                  <ns1:pt x="180975" y="247650"/>
                </ns1:lnTo>
                <ns1:cubicBezTo>
                  <ns1:pt x="190500" y="247650"/>
                  <ns1:pt x="197168" y="255270"/>
                  <ns1:pt x="197168" y="263842"/>
                </ns1:cubicBezTo>
                <ns1:cubicBezTo>
                  <ns1:pt x="197168" y="272415"/>
                  <ns1:pt x="190500" y="280035"/>
                  <ns1:pt x="180975" y="280035"/>
                </ns1:cubicBezTo>
                <ns1:lnTo>
                  <ns1:pt x="180975" y="280035"/>
                </ns1:lnTo>
                <ns1:close/>
                <ns1:moveTo>
                  <ns1:pt x="214313" y="214313"/>
                </ns1:moveTo>
                <ns1:lnTo>
                  <ns1:pt x="148590" y="214313"/>
                </ns1:lnTo>
                <ns1:cubicBezTo>
                  <ns1:pt x="139065" y="214313"/>
                  <ns1:pt x="132398" y="206692"/>
                  <ns1:pt x="132398" y="198120"/>
                </ns1:cubicBezTo>
                <ns1:cubicBezTo>
                  <ns1:pt x="132398" y="189548"/>
                  <ns1:pt x="140018" y="181928"/>
                  <ns1:pt x="148590" y="181928"/>
                </ns1:cubicBezTo>
                <ns1:lnTo>
                  <ns1:pt x="214313" y="181928"/>
                </ns1:lnTo>
                <ns1:cubicBezTo>
                  <ns1:pt x="223838" y="181928"/>
                  <ns1:pt x="230505" y="189548"/>
                  <ns1:pt x="230505" y="198120"/>
                </ns1:cubicBezTo>
                <ns1:cubicBezTo>
                  <ns1:pt x="230505" y="206692"/>
                  <ns1:pt x="223838" y="214313"/>
                  <ns1:pt x="214313" y="214313"/>
                </ns1:cubicBezTo>
                <ns1:lnTo>
                  <ns1:pt x="214313" y="214313"/>
                </ns1:lnTo>
                <ns1:close/>
                <ns1:moveTo>
                  <ns1:pt x="313373" y="280035"/>
                </ns1:moveTo>
                <ns1:lnTo>
                  <ns1:pt x="247650" y="280035"/>
                </ns1:lnTo>
                <ns1:cubicBezTo>
                  <ns1:pt x="238125" y="280035"/>
                  <ns1:pt x="231457" y="272415"/>
                  <ns1:pt x="231457" y="263842"/>
                </ns1:cubicBezTo>
                <ns1:cubicBezTo>
                  <ns1:pt x="231457" y="255270"/>
                  <ns1:pt x="239077" y="247650"/>
                  <ns1:pt x="247650" y="247650"/>
                </ns1:cubicBezTo>
                <ns1:lnTo>
                  <ns1:pt x="313373" y="247650"/>
                </ns1:lnTo>
                <ns1:cubicBezTo>
                  <ns1:pt x="322898" y="247650"/>
                  <ns1:pt x="329565" y="255270"/>
                  <ns1:pt x="329565" y="263842"/>
                </ns1:cubicBezTo>
                <ns1:cubicBezTo>
                  <ns1:pt x="329565" y="272415"/>
                  <ns1:pt x="321945" y="280035"/>
                  <ns1:pt x="313373" y="280035"/>
                </ns1:cubicBezTo>
                <ns1:lnTo>
                  <ns1:pt x="313373" y="280035"/>
                </ns1:lnTo>
                <ns1:close/>
                <ns1:moveTo>
                  <ns1:pt x="345757" y="214313"/>
                </ns1:moveTo>
                <ns1:lnTo>
                  <ns1:pt x="280035" y="214313"/>
                </ns1:lnTo>
                <ns1:cubicBezTo>
                  <ns1:pt x="270510" y="214313"/>
                  <ns1:pt x="263843" y="206692"/>
                  <ns1:pt x="263843" y="198120"/>
                </ns1:cubicBezTo>
                <ns1:cubicBezTo>
                  <ns1:pt x="263843" y="189548"/>
                  <ns1:pt x="271463" y="181928"/>
                  <ns1:pt x="280035" y="181928"/>
                </ns1:cubicBezTo>
                <ns1:lnTo>
                  <ns1:pt x="345757" y="181928"/>
                </ns1:lnTo>
                <ns1:cubicBezTo>
                  <ns1:pt x="355282" y="181928"/>
                  <ns1:pt x="361950" y="189548"/>
                  <ns1:pt x="361950" y="198120"/>
                </ns1:cubicBezTo>
                <ns1:cubicBezTo>
                  <ns1:pt x="361950" y="206692"/>
                  <ns1:pt x="355282" y="214313"/>
                  <ns1:pt x="345757" y="214313"/>
                </ns1:cubicBezTo>
                <ns1:lnTo>
                  <ns1:pt x="345757" y="214313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24" name="Google Shape;424;p30">
            <ns1:extLst>
              <ns1:ext uri="{FF2B5EF4-FFF2-40B4-BE49-F238E27FC236}">
                <ns2:creationId id="{62CF1A50-B247-41D7-8C17-E66AD6682E30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2030780" y="2416656"/>
            <ns1:ext cx="17585" cy="52254"/>
          </ns1:xfrm>
          <ns1:custGeom>
            <ns1:rect l="l" t="t" r="r" b="b"/>
            <ns1:pathLst>
              <ns1:path w="33337" h="99059">
                <ns1:moveTo>
                  <ns1:pt x="0" y="0"/>
                </ns1:moveTo>
                <ns1:lnTo>
                  <ns1:pt x="33338" y="0"/>
                </ns1:lnTo>
                <ns1:lnTo>
                  <ns1:pt x="33338" y="99060"/>
                </ns1:lnTo>
                <ns1:lnTo>
                  <ns1:pt x="0" y="9906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25" name="Google Shape;425;p30">
            <ns1:extLst>
              <ns1:ext uri="{FF2B5EF4-FFF2-40B4-BE49-F238E27FC236}">
                <ns2:creationId id="{CC6225CF-802C-41C1-B2E1-5EB705C25CFC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2066032" y="2399030"/>
            <ns1:ext cx="17585" cy="69337"/>
          </ns1:xfrm>
          <ns1:custGeom>
            <ns1:rect l="l" t="t" r="r" b="b"/>
            <ns1:pathLst>
              <ns1:path w="33337" h="131445">
                <ns1:moveTo>
                  <ns1:pt x="0" y="0"/>
                </ns1:moveTo>
                <ns1:lnTo>
                  <ns1:pt x="33338" y="0"/>
                </ns1:lnTo>
                <ns1:lnTo>
                  <ns1:pt x="33338" y="131445"/>
                </ns1:lnTo>
                <ns1:lnTo>
                  <ns1:pt x="0" y="131445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26" name="Google Shape;426;p30">
            <ns1:extLst>
              <ns1:ext uri="{FF2B5EF4-FFF2-40B4-BE49-F238E27FC236}">
                <ns2:creationId id="{0459F57A-7AC8-4A4A-BA6C-FB30486D1AE6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2100781" y="2451405"/>
            <ns1:ext cx="17585" cy="17585"/>
          </ns1:xfrm>
          <ns1:custGeom>
            <ns1:rect l="l" t="t" r="r" b="b"/>
            <ns1:pathLst>
              <ns1:path w="33337" h="33337">
                <ns1:moveTo>
                  <ns1:pt x="0" y="0"/>
                </ns1:moveTo>
                <ns1:lnTo>
                  <ns1:pt x="33337" y="0"/>
                </ns1:lnTo>
                <ns1:lnTo>
                  <ns1:pt x="33337" y="33337"/>
                </ns1:lnTo>
                <ns1:lnTo>
                  <ns1:pt x="0" y="33337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27" name="Google Shape;427;p30">
            <ns1:extLst>
              <ns1:ext uri="{FF2B5EF4-FFF2-40B4-BE49-F238E27FC236}">
                <ns2:creationId id="{21D4F05F-0CC1-4C45-A69F-E23BFA2CE58C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1961282" y="2329029"/>
            <ns1:ext cx="226100" cy="296442"/>
          </ns1:xfrm>
          <ns1:custGeom>
            <ns1:rect l="l" t="t" r="r" b="b"/>
            <ns1:pathLst>
              <ns1:path w="428625" h="561975">
                <ns1:moveTo>
                  <ns1:pt x="428625" y="215265"/>
                </ns1:moveTo>
                <ns1:cubicBezTo>
                  <ns1:pt x="428625" y="96203"/>
                  <ns1:pt x="332423" y="0"/>
                  <ns1:pt x="214313" y="0"/>
                </ns1:cubicBezTo>
                <ns1:cubicBezTo>
                  <ns1:pt x="96203" y="0"/>
                  <ns1:pt x="0" y="96203"/>
                  <ns1:pt x="0" y="215265"/>
                </ns1:cubicBezTo>
                <ns1:cubicBezTo>
                  <ns1:pt x="0" y="366713"/>
                  <ns1:pt x="109538" y="480060"/>
                  <ns1:pt x="166688" y="529590"/>
                </ns1:cubicBezTo>
                <ns1:lnTo>
                  <ns1:pt x="82868" y="529590"/>
                </ns1:lnTo>
                <ns1:cubicBezTo>
                  <ns1:pt x="73343" y="529590"/>
                  <ns1:pt x="66675" y="537210"/>
                  <ns1:pt x="66675" y="545782"/>
                </ns1:cubicBezTo>
                <ns1:cubicBezTo>
                  <ns1:pt x="66675" y="555307"/>
                  <ns1:pt x="74295" y="561975"/>
                  <ns1:pt x="82868" y="561975"/>
                </ns1:cubicBezTo>
                <ns1:lnTo>
                  <ns1:pt x="346710" y="561975"/>
                </ns1:lnTo>
                <ns1:cubicBezTo>
                  <ns1:pt x="356235" y="561975"/>
                  <ns1:pt x="362903" y="554355"/>
                  <ns1:pt x="362903" y="545782"/>
                </ns1:cubicBezTo>
                <ns1:cubicBezTo>
                  <ns1:pt x="362903" y="536257"/>
                  <ns1:pt x="355283" y="529590"/>
                  <ns1:pt x="346710" y="529590"/>
                </ns1:cubicBezTo>
                <ns1:lnTo>
                  <ns1:pt x="262890" y="529590"/>
                </ns1:lnTo>
                <ns1:cubicBezTo>
                  <ns1:pt x="319088" y="480060"/>
                  <ns1:pt x="428625" y="365760"/>
                  <ns1:pt x="428625" y="215265"/>
                </ns1:cubicBezTo>
                <ns1:lnTo>
                  <ns1:pt x="428625" y="215265"/>
                </ns1:lnTo>
                <ns1:close/>
                <ns1:moveTo>
                  <ns1:pt x="115253" y="297180"/>
                </ns1:moveTo>
                <ns1:cubicBezTo>
                  <ns1:pt x="105728" y="297180"/>
                  <ns1:pt x="99060" y="289560"/>
                  <ns1:pt x="99060" y="280988"/>
                </ns1:cubicBezTo>
                <ns1:cubicBezTo>
                  <ns1:pt x="99060" y="280988"/>
                  <ns1:pt x="99060" y="193357"/>
                  <ns1:pt x="99060" y="149543"/>
                </ns1:cubicBezTo>
                <ns1:cubicBezTo>
                  <ns1:pt x="99060" y="140018"/>
                  <ns1:pt x="106680" y="133350"/>
                  <ns1:pt x="115253" y="133350"/>
                </ns1:cubicBezTo>
                <ns1:lnTo>
                  <ns1:pt x="164783" y="133350"/>
                </ns1:lnTo>
                <ns1:lnTo>
                  <ns1:pt x="164783" y="117157"/>
                </ns1:lnTo>
                <ns1:cubicBezTo>
                  <ns1:pt x="164783" y="107632"/>
                  <ns1:pt x="172403" y="100965"/>
                  <ns1:pt x="180975" y="100965"/>
                </ns1:cubicBezTo>
                <ns1:lnTo>
                  <ns1:pt x="246698" y="100965"/>
                </ns1:lnTo>
                <ns1:cubicBezTo>
                  <ns1:pt x="256223" y="100965"/>
                  <ns1:pt x="262890" y="108585"/>
                  <ns1:pt x="262890" y="117157"/>
                </ns1:cubicBezTo>
                <ns1:lnTo>
                  <ns1:pt x="262890" y="199072"/>
                </ns1:lnTo>
                <ns1:lnTo>
                  <ns1:pt x="312420" y="199072"/>
                </ns1:lnTo>
                <ns1:cubicBezTo>
                  <ns1:pt x="321945" y="199072"/>
                  <ns1:pt x="328613" y="206693"/>
                  <ns1:pt x="328613" y="215265"/>
                </ns1:cubicBezTo>
                <ns1:lnTo>
                  <ns1:pt x="328613" y="280988"/>
                </ns1:lnTo>
                <ns1:cubicBezTo>
                  <ns1:pt x="328613" y="290513"/>
                  <ns1:pt x="320993" y="297180"/>
                  <ns1:pt x="312420" y="297180"/>
                </ns1:cubicBezTo>
                <ns1:lnTo>
                  <ns1:pt x="115253" y="29718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29" name="Google Shape;429;p30">
            <ns1:extLst>
              <ns1:ext uri="{FF2B5EF4-FFF2-40B4-BE49-F238E27FC236}">
                <ns2:creationId id="{EE18F6A4-07E0-4242-9335-A7DF4B111576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1961521" y="3451922"/>
            <ns1:ext cx="225601" cy="176722"/>
          </ns1:xfrm>
          <ns1:custGeom>
            <ns1:rect l="l" t="t" r="r" b="b"/>
            <ns1:pathLst>
              <ns1:path w="427679" h="335018">
                <ns1:moveTo>
                  <ns1:pt x="214313" y="0"/>
                </ns1:moveTo>
                <ns1:cubicBezTo>
                  <ns1:pt x="96203" y="0"/>
                  <ns1:pt x="0" y="96203"/>
                  <ns1:pt x="0" y="214313"/>
                </ns1:cubicBezTo>
                <ns1:cubicBezTo>
                  <ns1:pt x="0" y="254318"/>
                  <ns1:pt x="11430" y="293370"/>
                  <ns1:pt x="32385" y="327660"/>
                </ns1:cubicBezTo>
                <ns1:cubicBezTo>
                  <ns1:pt x="37148" y="335280"/>
                  <ns1:pt x="47625" y="337185"/>
                  <ns1:pt x="55245" y="332422"/>
                </ns1:cubicBezTo>
                <ns1:cubicBezTo>
                  <ns1:pt x="62865" y="327660"/>
                  <ns1:pt x="65723" y="317182"/>
                  <ns1:pt x="60008" y="309563"/>
                </ns1:cubicBezTo>
                <ns1:cubicBezTo>
                  <ns1:pt x="41910" y="280988"/>
                  <ns1:pt x="32385" y="247650"/>
                  <ns1:pt x="32385" y="213360"/>
                </ns1:cubicBezTo>
                <ns1:cubicBezTo>
                  <ns1:pt x="32385" y="113347"/>
                  <ns1:pt x="113348" y="32385"/>
                  <ns1:pt x="213360" y="32385"/>
                </ns1:cubicBezTo>
                <ns1:cubicBezTo>
                  <ns1:pt x="313373" y="32385"/>
                  <ns1:pt x="394335" y="113347"/>
                  <ns1:pt x="394335" y="213360"/>
                </ns1:cubicBezTo>
                <ns1:cubicBezTo>
                  <ns1:pt x="394335" y="241935"/>
                  <ns1:pt x="387668" y="268605"/>
                  <ns1:pt x="375285" y="294322"/>
                </ns1:cubicBezTo>
                <ns1:cubicBezTo>
                  <ns1:pt x="371475" y="302895"/>
                  <ns1:pt x="374333" y="312420"/>
                  <ns1:pt x="382905" y="316230"/>
                </ns1:cubicBezTo>
                <ns1:cubicBezTo>
                  <ns1:pt x="390525" y="320040"/>
                  <ns1:pt x="401003" y="317182"/>
                  <ns1:pt x="404813" y="308610"/>
                </ns1:cubicBezTo>
                <ns1:cubicBezTo>
                  <ns1:pt x="420053" y="279082"/>
                  <ns1:pt x="427673" y="246697"/>
                  <ns1:pt x="427673" y="212407"/>
                </ns1:cubicBezTo>
                <ns1:cubicBezTo>
                  <ns1:pt x="428625" y="96203"/>
                  <ns1:pt x="332423" y="0"/>
                  <ns1:pt x="214313" y="0"/>
                </ns1:cubicBezTo>
                <ns1:lnTo>
                  <ns1:pt x="214313" y="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30" name="Google Shape;430;p30">
            <ns1:extLst>
              <ns1:ext uri="{FF2B5EF4-FFF2-40B4-BE49-F238E27FC236}">
                <ns2:creationId id="{4782F47C-80DB-4131-9B85-951B31F6E763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1995767" y="3486167"/>
            <ns1:ext cx="156762" cy="123463"/>
          </ns1:xfrm>
          <ns1:custGeom>
            <ns1:rect l="l" t="t" r="r" b="b"/>
            <ns1:pathLst>
              <ns1:path w="297179" h="234054">
                <ns1:moveTo>
                  <ns1:pt x="260032" y="222885"/>
                </ns1:moveTo>
                <ns1:cubicBezTo>
                  <ns1:pt x="268605" y="226695"/>
                  <ns1:pt x="278130" y="223838"/>
                  <ns1:pt x="281940" y="215265"/>
                </ns1:cubicBezTo>
                <ns1:cubicBezTo>
                  <ns1:pt x="292417" y="194310"/>
                  <ns1:pt x="297180" y="172403"/>
                  <ns1:pt x="297180" y="148590"/>
                </ns1:cubicBezTo>
                <ns1:cubicBezTo>
                  <ns1:pt x="297180" y="66675"/>
                  <ns1:pt x="230505" y="0"/>
                  <ns1:pt x="148590" y="0"/>
                </ns1:cubicBezTo>
                <ns1:cubicBezTo>
                  <ns1:pt x="66675" y="0"/>
                  <ns1:pt x="0" y="66675"/>
                  <ns1:pt x="0" y="148590"/>
                </ns1:cubicBezTo>
                <ns1:cubicBezTo>
                  <ns1:pt x="0" y="176213"/>
                  <ns1:pt x="7620" y="203835"/>
                  <ns1:pt x="22860" y="226695"/>
                </ns1:cubicBezTo>
                <ns1:cubicBezTo>
                  <ns1:pt x="27622" y="234315"/>
                  <ns1:pt x="38100" y="236220"/>
                  <ns1:pt x="45720" y="231458"/>
                </ns1:cubicBezTo>
                <ns1:cubicBezTo>
                  <ns1:pt x="53340" y="226695"/>
                  <ns1:pt x="56197" y="216218"/>
                  <ns1:pt x="50482" y="208598"/>
                </ns1:cubicBezTo>
                <ns1:cubicBezTo>
                  <ns1:pt x="39052" y="190500"/>
                  <ns1:pt x="33338" y="169545"/>
                  <ns1:pt x="33338" y="147638"/>
                </ns1:cubicBezTo>
                <ns1:cubicBezTo>
                  <ns1:pt x="33338" y="83820"/>
                  <ns1:pt x="84772" y="32385"/>
                  <ns1:pt x="148590" y="32385"/>
                </ns1:cubicBezTo>
                <ns1:cubicBezTo>
                  <ns1:pt x="212407" y="32385"/>
                  <ns1:pt x="263842" y="83820"/>
                  <ns1:pt x="263842" y="147638"/>
                </ns1:cubicBezTo>
                <ns1:cubicBezTo>
                  <ns1:pt x="263842" y="165735"/>
                  <ns1:pt x="260032" y="182880"/>
                  <ns1:pt x="251460" y="199073"/>
                </ns1:cubicBezTo>
                <ns1:cubicBezTo>
                  <ns1:pt x="248602" y="208598"/>
                  <ns1:pt x="251460" y="219075"/>
                  <ns1:pt x="260032" y="222885"/>
                </ns1:cubicBezTo>
                <ns1:lnTo>
                  <ns1:pt x="260032" y="222885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31" name="Google Shape;431;p30">
            <ns1:extLst>
              <ns1:ext uri="{FF2B5EF4-FFF2-40B4-BE49-F238E27FC236}">
                <ns2:creationId id="{D1D8405D-2413-4451-8711-A76C3BFF00A1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1980155" y="3521923"/>
            <ns1:ext cx="189923" cy="226100"/>
          </ns1:xfrm>
          <ns1:custGeom>
            <ns1:rect l="l" t="t" r="r" b="b"/>
            <ns1:pathLst>
              <ns1:path w="360044" h="428625">
                <ns1:moveTo>
                  <ns1:pt x="343853" y="396240"/>
                </ns1:moveTo>
                <ns1:lnTo>
                  <ns1:pt x="321945" y="396240"/>
                </ns1:lnTo>
                <ns1:cubicBezTo>
                  <ns1:pt x="320040" y="391478"/>
                  <ns1:pt x="209550" y="141922"/>
                  <ns1:pt x="215265" y="155258"/>
                </ns1:cubicBezTo>
                <ns1:cubicBezTo>
                  <ns1:pt x="242888" y="141922"/>
                  <ns1:pt x="261938" y="114300"/>
                  <ns1:pt x="261938" y="81915"/>
                </ns1:cubicBezTo>
                <ns1:cubicBezTo>
                  <ns1:pt x="261938" y="36195"/>
                  <ns1:pt x="224790" y="0"/>
                  <ns1:pt x="180023" y="0"/>
                </ns1:cubicBezTo>
                <ns1:cubicBezTo>
                  <ns1:pt x="135255" y="0"/>
                  <ns1:pt x="98107" y="37147"/>
                  <ns1:pt x="98107" y="81915"/>
                </ns1:cubicBezTo>
                <ns1:cubicBezTo>
                  <ns1:pt x="98107" y="114300"/>
                  <ns1:pt x="117157" y="141922"/>
                  <ns1:pt x="144780" y="155258"/>
                </ns1:cubicBezTo>
                <ns1:cubicBezTo>
                  <ns1:pt x="141923" y="160972"/>
                  <ns1:pt x="37148" y="400050"/>
                  <ns1:pt x="38100" y="396240"/>
                </ns1:cubicBezTo>
                <ns1:lnTo>
                  <ns1:pt x="16193" y="396240"/>
                </ns1:lnTo>
                <ns1:cubicBezTo>
                  <ns1:pt x="6668" y="396240"/>
                  <ns1:pt x="0" y="403860"/>
                  <ns1:pt x="0" y="412433"/>
                </ns1:cubicBezTo>
                <ns1:cubicBezTo>
                  <ns1:pt x="0" y="421005"/>
                  <ns1:pt x="7620" y="428625"/>
                  <ns1:pt x="16193" y="428625"/>
                </ns1:cubicBezTo>
                <ns1:lnTo>
                  <ns1:pt x="81915" y="428625"/>
                </ns1:lnTo>
                <ns1:cubicBezTo>
                  <ns1:pt x="91440" y="428625"/>
                  <ns1:pt x="98107" y="421005"/>
                  <ns1:pt x="98107" y="412433"/>
                </ns1:cubicBezTo>
                <ns1:cubicBezTo>
                  <ns1:pt x="98107" y="403860"/>
                  <ns1:pt x="90488" y="396240"/>
                  <ns1:pt x="81915" y="396240"/>
                </ns1:cubicBezTo>
                <ns1:lnTo>
                  <ns1:pt x="74295" y="396240"/>
                </ns1:lnTo>
                <ns1:lnTo>
                  <ns1:pt x="88582" y="360997"/>
                </ns1:lnTo>
                <ns1:lnTo>
                  <ns1:pt x="272415" y="360997"/>
                </ns1:lnTo>
                <ns1:lnTo>
                  <ns1:pt x="286703" y="396240"/>
                </ns1:lnTo>
                <ns1:lnTo>
                  <ns1:pt x="278130" y="396240"/>
                </ns1:lnTo>
                <ns1:cubicBezTo>
                  <ns1:pt x="268605" y="396240"/>
                  <ns1:pt x="261938" y="403860"/>
                  <ns1:pt x="261938" y="412433"/>
                </ns1:cubicBezTo>
                <ns1:cubicBezTo>
                  <ns1:pt x="261938" y="421005"/>
                  <ns1:pt x="269557" y="428625"/>
                  <ns1:pt x="278130" y="428625"/>
                </ns1:cubicBezTo>
                <ns1:lnTo>
                  <ns1:pt x="343853" y="428625"/>
                </ns1:lnTo>
                <ns1:cubicBezTo>
                  <ns1:pt x="353378" y="428625"/>
                  <ns1:pt x="360045" y="421005"/>
                  <ns1:pt x="360045" y="412433"/>
                </ns1:cubicBezTo>
                <ns1:cubicBezTo>
                  <ns1:pt x="360045" y="403860"/>
                  <ns1:pt x="352425" y="396240"/>
                  <ns1:pt x="343853" y="396240"/>
                </ns1:cubicBezTo>
                <ns1:lnTo>
                  <ns1:pt x="343853" y="396240"/>
                </ns1:lnTo>
                <ns1:close/>
                <ns1:moveTo>
                  <ns1:pt x="179070" y="163830"/>
                </ns1:moveTo>
                <ns1:cubicBezTo>
                  <ns1:pt x="180023" y="163830"/>
                  <ns1:pt x="181928" y="163830"/>
                  <ns1:pt x="182880" y="163830"/>
                </ns1:cubicBezTo>
                <ns1:lnTo>
                  <ns1:pt x="212407" y="230505"/>
                </ns1:lnTo>
                <ns1:lnTo>
                  <ns1:pt x="145732" y="230505"/>
                </ns1:lnTo>
                <ns1:lnTo>
                  <ns1:pt x="175260" y="163830"/>
                </ns1:lnTo>
                <ns1:cubicBezTo>
                  <ns1:pt x="176213" y="163830"/>
                  <ns1:pt x="178118" y="163830"/>
                  <ns1:pt x="179070" y="163830"/>
                </ns1:cubicBezTo>
                <ns1:lnTo>
                  <ns1:pt x="179070" y="163830"/>
                </ns1:lnTo>
                <ns1:close/>
                <ns1:moveTo>
                  <ns1:pt x="101918" y="328613"/>
                </ns1:moveTo>
                <ns1:lnTo>
                  <ns1:pt x="131445" y="262890"/>
                </ns1:lnTo>
                <ns1:lnTo>
                  <ns1:pt x="226695" y="262890"/>
                </ns1:lnTo>
                <ns1:lnTo>
                  <ns1:pt x="256223" y="328613"/>
                </ns1:lnTo>
                <ns1:lnTo>
                  <ns1:pt x="101918" y="328613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33" name="Google Shape;433;p30">
            <ns1:extLst>
              <ns1:ext uri="{FF2B5EF4-FFF2-40B4-BE49-F238E27FC236}">
                <ns2:creationId id="{8DD40AC8-5187-43E4-8CD6-8571E44AA2EB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2943225" y="4724400"/>
            <ns1:ext cx="104775" cy="104775"/>
          </ns1:xfrm>
          <ns1:prstGeom prst="ellipse">
            <ns1:avLst/>
          </ns1:prstGeom>
          <ns1:solidFill>
            <ns1:srgbClr val="E6907D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34" name="Google Shape;434;p30">
            <ns1:extLst>
              <ns1:ext uri="{FF2B5EF4-FFF2-40B4-BE49-F238E27FC236}">
                <ns2:creationId id="{3C606E37-4CBE-4B14-92C3-56A574CA9FEE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2289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35" name="Google Shape;435;p30">
            <ns1:extLst>
              <ns1:ext uri="{FF2B5EF4-FFF2-40B4-BE49-F238E27FC236}">
                <ns2:creationId id="{79C66174-E064-41D0-A117-251DC76E04D6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5147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36" name="Google Shape;436;p30">
            <ns1:extLst>
              <ns1:ext uri="{FF2B5EF4-FFF2-40B4-BE49-F238E27FC236}">
                <ns2:creationId id="{64EE2B76-E62D-4223-B387-E74F3B6276CB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800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37" name="Google Shape;437;p30">
            <ns1:extLst>
              <ns1:ext uri="{FF2B5EF4-FFF2-40B4-BE49-F238E27FC236}">
                <ns2:creationId id="{1B70E136-966F-47A5-9C8D-87AE33EF7B83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086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38" name="Google Shape;438;p30">
            <ns1:extLst>
              <ns1:ext uri="{FF2B5EF4-FFF2-40B4-BE49-F238E27FC236}">
                <ns2:creationId id="{510A8D2A-6958-4550-A6E7-7D510B96855C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3719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39" name="Google Shape;439;p30">
            <ns1:extLst>
              <ns1:ext uri="{FF2B5EF4-FFF2-40B4-BE49-F238E27FC236}">
                <ns2:creationId id="{10AD9653-F4EC-4760-B79A-C918D69AA566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6577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40" name="Google Shape;440;p30">
            <ns1:extLst>
              <ns1:ext uri="{FF2B5EF4-FFF2-40B4-BE49-F238E27FC236}">
                <ns2:creationId id="{4D20964E-5C38-4658-B611-B6AEEFD46F37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943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41" name="Google Shape;441;p30">
            <ns1:extLst>
              <ns1:ext uri="{FF2B5EF4-FFF2-40B4-BE49-F238E27FC236}">
                <ns2:creationId id="{FB7BD0B4-C658-44EB-916E-06C1FEF08F4D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229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42" name="Google Shape;442;p30">
            <ns1:extLst>
              <ns1:ext uri="{FF2B5EF4-FFF2-40B4-BE49-F238E27FC236}">
                <ns2:creationId id="{63F67B0D-BC29-471B-8EDD-F28450B3C599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5149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43" name="Google Shape;443;p30">
            <ns1:extLst>
              <ns1:ext uri="{FF2B5EF4-FFF2-40B4-BE49-F238E27FC236}">
                <ns2:creationId id="{A0ED9D9D-C134-4B53-8FDA-9E4323393F27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8007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44" name="Google Shape;444;p30">
            <ns1:extLst>
              <ns1:ext uri="{FF2B5EF4-FFF2-40B4-BE49-F238E27FC236}">
                <ns2:creationId id="{515AC70B-9C05-49A7-8002-DB02B2090E5D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086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45" name="Google Shape;445;p30">
            <ns1:extLst>
              <ns1:ext uri="{FF2B5EF4-FFF2-40B4-BE49-F238E27FC236}">
                <ns2:creationId id="{30BC608B-6FC4-482C-9921-3BEBBC135015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372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46" name="Google Shape;446;p30">
            <ns1:extLst>
              <ns1:ext uri="{FF2B5EF4-FFF2-40B4-BE49-F238E27FC236}">
                <ns2:creationId id="{D22BE1EF-2020-412A-8BB3-FE594F7DAFB3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828210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47" name="Google Shape;447;p30">
            <ns1:extLst>
              <ns1:ext uri="{FF2B5EF4-FFF2-40B4-BE49-F238E27FC236}">
                <ns2:creationId id="{413F65E5-0E7F-4DB0-B872-CAE9BE7C1276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120302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48" name="Google Shape;448;p30">
            <ns1:extLst>
              <ns1:ext uri="{FF2B5EF4-FFF2-40B4-BE49-F238E27FC236}">
                <ns2:creationId id="{F9F72BE7-C267-41A3-9926-F39888905619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412393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49" name="Google Shape;449;p30">
            <ns1:extLst>
              <ns1:ext uri="{FF2B5EF4-FFF2-40B4-BE49-F238E27FC236}">
                <ns2:creationId id="{983762A0-9DB4-4711-A975-3D50AD14AE4D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704485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50" name="Google Shape;450;p30">
            <ns1:extLst>
              <ns1:ext uri="{FF2B5EF4-FFF2-40B4-BE49-F238E27FC236}">
                <ns2:creationId id="{2F0F6D51-3E15-4B13-9F07-1A50C7BE18D1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996577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51" name="Google Shape;451;p30">
            <ns1:extLst>
              <ns1:ext uri="{FF2B5EF4-FFF2-40B4-BE49-F238E27FC236}">
                <ns2:creationId id="{5DCB5105-4926-45A9-B0C9-B665F990AFE0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7288669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52" name="Google Shape;452;p30">
            <ns1:extLst>
              <ns1:ext uri="{FF2B5EF4-FFF2-40B4-BE49-F238E27FC236}">
                <ns2:creationId id="{93A3F592-F0E6-42D0-A9FB-90BBE0B4DF99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2657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53" name="TextBox 452"/>
          <ns0:cNvSpPr txBox="1"/>
          <ns0:nvPr/>
        </ns0:nvSpPr>
        <ns0:spPr>
          <ns1:xfrm>
            <ns1:off x="6550000" y="4880000"/>
            <ns1:ext cx="2360000" cy="200000"/>
          </ns1:xfrm>
          <ns1:prstGeom prst="rect">
            <ns1:avLst/>
          </ns1:prstGeom>
          <ns1:noFill/>
        </ns0:spPr>
        <ns0:txBody>
          <ns1:bodyPr wrap="square" anchor="t" lIns="36576" rIns="36576" tIns="36576" bIns="36576">
            <ns1:spAutoFit/>
          </ns1:bodyPr>
          <ns1:lstStyle/>
          <ns1:p>
            <ns1:pPr algn="r">
              <ns1:lnSpc>
                <ns1:spcPct val="115000"/>
              </ns1:lnSpc>
              <ns1:spcAft>
                <ns1:spcPts val="400"/>
              </ns1:spcAft>
            </ns1:pPr>
            <ns1:r>
              <ns1:rPr sz="800" b="0">
                <ns1:solidFill>
                  <ns1:srgbClr val="5A6678"/>
                </ns1:solidFill>
                <ns1:ea typeface="微软雅黑"/>
              </ns1:rPr>
              <ns1:t>Campus Agent｜AIC-2026-15513467｜3/20</ns1:t>
            </ns1:r>
          </ns1:p>
        </ns0:txBody>
      </ns0:sp>
    </ns0:spTree>
    <ns0:extLst>
      <ns0:ext uri="{BB962C8B-B14F-4D97-AF65-F5344CB8AC3E}">
        <ns3:creationId val="1962332584"/>
      </ns0:ext>
    </ns0:extLst>
  </ns0:cSld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761" name="Google Shape;761;p38">
            <ns1:extLst>
              <ns1:ext uri="{FF2B5EF4-FFF2-40B4-BE49-F238E27FC236}">
                <ns2:creationId id="{28C48191-A119-4454-B390-4FA5A109A899}"/>
              </ns1:ext>
            </ns1:extLst>
          </ns0:cNvPr>
          <ns0:cNvSpPr>
            <ns1:spLocks noGrp="1"/>
          </ns0:cNvSpPr>
          <ns0:nvPr>
            <ns0:ph type="title" idx="0"/>
          </ns0:nvPr>
        </ns0:nvSpPr>
        <ns0:spPr>
          <ns1:xfrm>
            <ns1:off x="723900" y="638175"/>
            <ns1:ext cx="7715250" cy="504825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>
                <ns1:ea typeface="微软雅黑"/>
              </ns1:rPr>
              <ns1:t>目标闭环：从「想做什么」到「今天做什么」</ns1:t>
            </ns1:r>
            <ns1:endParaRPr/>
          </ns1:p>
        </ns0:txBody>
      </ns0:sp>
      <ns0:sp>
        <ns0:nvSpPr>
          <ns0:cNvPr id="762" name="Google Shape;762;p38">
            <ns1:extLst>
              <ns1:ext uri="{FF2B5EF4-FFF2-40B4-BE49-F238E27FC236}">
                <ns2:creationId id="{4E76054C-D62D-42E6-8D30-91494DE1CA20}"/>
              </ns1:ext>
            </ns1:extLst>
          </ns0:cNvPr>
          <ns0:cNvSpPr>
            <ns1:spLocks noGrp="1"/>
          </ns0:cNvSpPr>
          <ns0:nvPr/>
        </ns0:nvSpPr>
        <ns0:spPr>
          <ns1:xfrm flipH="1">
            <ns1:off x="714375" y="1933575"/>
            <ns1:ext cx="1828800" cy="742950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0" tIns="0" rIns="0" bIns="0" anchor="t">
            <ns1:noAutofit/>
          </ns1:bodyPr>
          <ns1:lstStyle>
            <ns1:def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明确目标</ns1:t>
            </ns1:r>
            <ns1:endParaRPr sz="1200">
              <ns1:solidFill>
                <ns1:schemeClr val="dk1"/>
              </ns1:solidFill>
              <ns1:latin typeface="Barlow Medium"/>
              <ns1:ea typeface="Barlow Medium"/>
              <ns1:cs typeface="Barlow Medium"/>
            </ns1:endParaRPr>
          </ns1:p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用户决定方向</ns1:t>
            </ns1:r>
            <ns1:endParaRPr sz="1200">
              <ns1:solidFill>
                <ns1:schemeClr val="dk1"/>
              </ns1:solidFill>
              <ns1:latin typeface="Barlow Medium"/>
              <ns1:ea typeface="Barlow Medium"/>
              <ns1:cs typeface="Barlow Medium"/>
            </ns1:endParaRPr>
          </ns1:p>
        </ns0:txBody>
      </ns0:sp>
      <ns0:sp>
        <ns0:nvSpPr>
          <ns0:cNvPr id="763" name="Google Shape;763;p38">
            <ns1:extLst>
              <ns1:ext uri="{FF2B5EF4-FFF2-40B4-BE49-F238E27FC236}">
                <ns2:creationId id="{C477A825-2D2F-4D5A-9D89-D29AF75BE939}"/>
              </ns1:ext>
            </ns1:extLst>
          </ns0:cNvPr>
          <ns0:cNvSpPr>
            <ns1:spLocks noGrp="1"/>
          </ns0:cNvSpPr>
          <ns0:nvPr/>
        </ns0:nvSpPr>
        <ns0:spPr>
          <ns1:xfrm flipH="1">
            <ns1:off x="2676525" y="1933575"/>
            <ns1:ext cx="1828800" cy="742950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0" tIns="0" rIns="0" bIns="0" anchor="t">
            <ns1:noAutofit/>
          </ns1:bodyPr>
          <ns1:lstStyle>
            <ns1:def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维护情境</ns1:t>
            </ns1:r>
            <ns1:endParaRPr sz="1200" b="1">
              <ns1:solidFill>
                <ns1:schemeClr val="dk1"/>
              </ns1:solidFill>
              <ns1:latin typeface="Barlow"/>
              <ns1:ea typeface="Barlow"/>
              <ns1:cs typeface="Barlow"/>
            </ns1:endParaRPr>
          </ns1:p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课程、任务与记忆</ns1:t>
            </ns1:r>
            <ns1:endParaRPr sz="1200" b="1">
              <ns1:solidFill>
                <ns1:schemeClr val="dk1"/>
              </ns1:solidFill>
              <ns1:latin typeface="Barlow"/>
              <ns1:ea typeface="Barlow"/>
              <ns1:cs typeface="Barlow"/>
            </ns1:endParaRPr>
          </ns1:p>
        </ns0:txBody>
      </ns0:sp>
      <ns0:sp>
        <ns0:nvSpPr>
          <ns0:cNvPr id="764" name="Google Shape;764;p38">
            <ns1:extLst>
              <ns1:ext uri="{FF2B5EF4-FFF2-40B4-BE49-F238E27FC236}">
                <ns2:creationId id="{3D069BA8-73A5-464E-A19F-A495A2CF5EAD}"/>
              </ns1:ext>
            </ns1:extLst>
          </ns0:cNvPr>
          <ns0:cNvSpPr>
            <ns1:spLocks noGrp="1"/>
          </ns0:cNvSpPr>
          <ns0:nvPr/>
        </ns0:nvSpPr>
        <ns0:spPr>
          <ns1:xfrm flipH="1">
            <ns1:off x="4638675" y="1933575"/>
            <ns1:ext cx="1828800" cy="742950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0" tIns="0" rIns="0" bIns="0" anchor="t">
            <ns1:noAutofit/>
          </ns1:bodyPr>
          <ns1:lstStyle>
            <ns1:def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处理材料</ns1:t>
            </ns1:r>
            <ns1:endParaRPr sz="1200" b="1">
              <ns1:solidFill>
                <ns1:schemeClr val="dk1"/>
              </ns1:solidFill>
              <ns1:latin typeface="Barlow"/>
              <ns1:ea typeface="Barlow"/>
              <ns1:cs typeface="Barlow"/>
            </ns1:endParaRPr>
          </ns1:p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理解用户提供的信息</ns1:t>
            </ns1:r>
            <ns1:endParaRPr sz="1200" b="1">
              <ns1:solidFill>
                <ns1:schemeClr val="dk1"/>
              </ns1:solidFill>
              <ns1:latin typeface="Barlow"/>
              <ns1:ea typeface="Barlow"/>
              <ns1:cs typeface="Barlow"/>
            </ns1:endParaRPr>
          </ns1:p>
        </ns0:txBody>
      </ns0:sp>
      <ns0:sp>
        <ns0:nvSpPr>
          <ns0:cNvPr id="765" name="Google Shape;765;p38">
            <ns1:extLst>
              <ns1:ext uri="{FF2B5EF4-FFF2-40B4-BE49-F238E27FC236}">
                <ns2:creationId id="{74484B3D-2618-44E4-A27E-47DCCA646D90}"/>
              </ns1:ext>
            </ns1:extLst>
          </ns0:cNvPr>
          <ns0:cNvSpPr>
            <ns1:spLocks noGrp="1"/>
          </ns0:cNvSpPr>
          <ns0:nvPr/>
        </ns0:nvSpPr>
        <ns0:spPr>
          <ns1:xfrm flipH="1">
            <ns1:off x="6600825" y="1933575"/>
            <ns1:ext cx="1828800" cy="742950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0" tIns="0" rIns="0" bIns="0" anchor="t">
            <ns1:noAutofit/>
          </ns1:bodyPr>
          <ns1:lstStyle>
            <ns1:def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形成候选</ns1:t>
            </ns1:r>
            <ns1:endParaRPr sz="1200" b="1">
              <ns1:solidFill>
                <ns1:schemeClr val="dk1"/>
              </ns1:solidFill>
              <ns1:latin typeface="Barlow"/>
              <ns1:ea typeface="Barlow"/>
              <ns1:cs typeface="Barlow"/>
            </ns1:endParaRPr>
          </ns1:p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任务、时间与要求</ns1:t>
            </ns1:r>
            <ns1:endParaRPr sz="1200" b="1">
              <ns1:solidFill>
                <ns1:schemeClr val="dk1"/>
              </ns1:solidFill>
              <ns1:latin typeface="Barlow"/>
              <ns1:ea typeface="Barlow"/>
              <ns1:cs typeface="Barlow"/>
            </ns1:endParaRPr>
          </ns1:p>
        </ns0:txBody>
      </ns0:sp>
      <ns0:sp>
        <ns0:nvSpPr>
          <ns0:cNvPr id="766" name="Google Shape;766;p38">
            <ns1:extLst>
              <ns1:ext uri="{FF2B5EF4-FFF2-40B4-BE49-F238E27FC236}">
                <ns2:creationId id="{51431724-B6A9-4F91-8459-3249E4998327}"/>
              </ns1:ext>
            </ns1:extLst>
          </ns0:cNvPr>
          <ns0:cNvSpPr>
            <ns1:spLocks noGrp="1"/>
          </ns0:cNvSpPr>
          <ns0:nvPr/>
        </ns0:nvSpPr>
        <ns0:spPr>
          <ns1:xfrm flipH="1">
            <ns1:off x="714375" y="3762375"/>
            <ns1:ext cx="1828800" cy="742950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0" tIns="0" rIns="0" bIns="0" anchor="t">
            <ns1:noAutofit/>
          </ns1:bodyPr>
          <ns1:lstStyle>
            <ns1:def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确认执行</ns1:t>
            </ns1:r>
            <ns1:endParaRPr sz="1200">
              <ns1:solidFill>
                <ns1:schemeClr val="dk1"/>
              </ns1:solidFill>
              <ns1:latin typeface="Barlow Medium"/>
              <ns1:ea typeface="Barlow Medium"/>
              <ns1:cs typeface="Barlow Medium"/>
            </ns1:endParaRPr>
          </ns1:p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重要写入由本人决定</ns1:t>
            </ns1:r>
            <ns1:endParaRPr sz="1200">
              <ns1:solidFill>
                <ns1:schemeClr val="dk1"/>
              </ns1:solidFill>
              <ns1:latin typeface="Barlow Medium"/>
              <ns1:ea typeface="Barlow Medium"/>
              <ns1:cs typeface="Barlow Medium"/>
            </ns1:endParaRPr>
          </ns1:p>
        </ns0:txBody>
      </ns0:sp>
      <ns0:sp>
        <ns0:nvSpPr>
          <ns0:cNvPr id="767" name="Google Shape;767;p38">
            <ns1:extLst>
              <ns1:ext uri="{FF2B5EF4-FFF2-40B4-BE49-F238E27FC236}">
                <ns2:creationId id="{B3C9FC58-3850-406D-BD9A-9EE23015D7B6}"/>
              </ns1:ext>
            </ns1:extLst>
          </ns0:cNvPr>
          <ns0:cNvSpPr>
            <ns1:spLocks noGrp="1"/>
          </ns0:cNvSpPr>
          <ns0:nvPr/>
        </ns0:nvSpPr>
        <ns0:spPr>
          <ns1:xfrm flipH="1">
            <ns1:off x="2676525" y="3762375"/>
            <ns1:ext cx="1828800" cy="742950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0" tIns="0" rIns="0" bIns="0" anchor="t">
            <ns1:noAutofit/>
          </ns1:bodyPr>
          <ns1:lstStyle>
            <ns1:def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生成安排</ns1:t>
            </ns1:r>
            <ns1:endParaRPr sz="1200">
              <ns1:solidFill>
                <ns1:schemeClr val="dk1"/>
              </ns1:solidFill>
              <ns1:latin typeface="Barlow Medium"/>
              <ns1:ea typeface="Barlow Medium"/>
              <ns1:cs typeface="Barlow Medium"/>
            </ns1:endParaRPr>
          </ns1:p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受课表与业务规则约束</ns1:t>
            </ns1:r>
            <ns1:endParaRPr sz="1200">
              <ns1:solidFill>
                <ns1:schemeClr val="dk1"/>
              </ns1:solidFill>
              <ns1:latin typeface="Barlow Medium"/>
              <ns1:ea typeface="Barlow Medium"/>
              <ns1:cs typeface="Barlow Medium"/>
            </ns1:endParaRPr>
          </ns1:p>
        </ns0:txBody>
      </ns0:sp>
      <ns0:sp>
        <ns0:nvSpPr>
          <ns0:cNvPr id="768" name="Google Shape;768;p38">
            <ns1:extLst>
              <ns1:ext uri="{FF2B5EF4-FFF2-40B4-BE49-F238E27FC236}">
                <ns2:creationId id="{E3014543-DDAA-4D1F-B738-077F3377A549}"/>
              </ns1:ext>
            </ns1:extLst>
          </ns0:cNvPr>
          <ns0:cNvSpPr>
            <ns1:spLocks noGrp="1"/>
          </ns0:cNvSpPr>
          <ns0:nvPr/>
        </ns0:nvSpPr>
        <ns0:spPr>
          <ns1:xfrm flipH="1">
            <ns1:off x="4638675" y="3762375"/>
            <ns1:ext cx="1828800" cy="742950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0" tIns="0" rIns="0" bIns="0" anchor="t">
            <ns1:noAutofit/>
          </ns1:bodyPr>
          <ns1:lstStyle>
            <ns1:def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跟踪变化</ns1:t>
            </ns1:r>
            <ns1:endParaRPr sz="1200" b="1">
              <ns1:solidFill>
                <ns1:schemeClr val="dk1"/>
              </ns1:solidFill>
              <ns1:latin typeface="Barlow"/>
              <ns1:ea typeface="Barlow"/>
              <ns1:cs typeface="Barlow"/>
            </ns1:endParaRPr>
          </ns1:p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持续读取任务状态</ns1:t>
            </ns1:r>
            <ns1:endParaRPr sz="1200" b="1">
              <ns1:solidFill>
                <ns1:schemeClr val="dk1"/>
              </ns1:solidFill>
              <ns1:latin typeface="Barlow"/>
              <ns1:ea typeface="Barlow"/>
              <ns1:cs typeface="Barlow"/>
            </ns1:endParaRPr>
          </ns1:p>
        </ns0:txBody>
      </ns0:sp>
      <ns0:sp>
        <ns0:nvSpPr>
          <ns0:cNvPr id="769" name="Google Shape;769;p38">
            <ns1:extLst>
              <ns1:ext uri="{FF2B5EF4-FFF2-40B4-BE49-F238E27FC236}">
                <ns2:creationId id="{20497FE9-2979-4F23-AF92-C06E99EF1127}"/>
              </ns1:ext>
            </ns1:extLst>
          </ns0:cNvPr>
          <ns0:cNvSpPr>
            <ns1:spLocks noGrp="1"/>
          </ns0:cNvSpPr>
          <ns0:nvPr/>
        </ns0:nvSpPr>
        <ns0:spPr>
          <ns1:xfrm flipH="1">
            <ns1:off x="6600825" y="3762375"/>
            <ns1:ext cx="1828800" cy="742950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0" tIns="0" rIns="0" bIns="0" anchor="t">
            <ns1:noAutofit/>
          </ns1:bodyPr>
          <ns1:lstStyle>
            <ns1:def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反馈调整</ns1:t>
            </ns1:r>
            <ns1:endParaRPr sz="1200" b="1">
              <ns1:solidFill>
                <ns1:schemeClr val="dk1"/>
              </ns1:solidFill>
              <ns1:latin typeface="Barlow"/>
              <ns1:ea typeface="Barlow"/>
              <ns1:cs typeface="Barlow"/>
            </ns1:endParaRPr>
          </ns1:p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按最新状态更新计划</ns1:t>
            </ns1:r>
            <ns1:endParaRPr sz="1200" b="1">
              <ns1:solidFill>
                <ns1:schemeClr val="dk1"/>
              </ns1:solidFill>
              <ns1:latin typeface="Barlow"/>
              <ns1:ea typeface="Barlow"/>
              <ns1:cs typeface="Barlow"/>
            </ns1:endParaRPr>
          </ns1:p>
        </ns0:txBody>
      </ns0:sp>
      <ns0:sp>
        <ns0:nvSpPr>
          <ns0:cNvPr id="770" name="Google Shape;770;p38">
            <ns1:extLst>
              <ns1:ext uri="{FF2B5EF4-FFF2-40B4-BE49-F238E27FC236}">
                <ns2:creationId id="{79DDF1C2-50DE-4637-A8CB-31F8CF023612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1599475"/>
            <ns1:ext cx="1828800" cy="186900"/>
          </ns1:xfrm>
          <ns1:prstGeom prst="roundRect">
            <ns1:avLst>
              <ns1:gd name="adj" fmla="val 16667"/>
            </ns1:avLst>
          </ns1:prstGeom>
          <ns1:solidFill>
            <ns1:schemeClr val="accent4"/>
          </ns1:solidFill>
          <ns1:ln w="19050" cap="flat" cmpd="sng">
            <ns1:solidFill>
              <ns1:schemeClr val="accent4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Barlow Medium"/>
              <ns1:ea typeface="Barlow Medium"/>
              <ns1:cs typeface="Barlow Medium"/>
            </ns1:endParaRPr>
          </ns1:p>
        </ns0:txBody>
      </ns0:sp>
      <ns0:sp>
        <ns0:nvSpPr>
          <ns0:cNvPr id="771" name="Google Shape;771;p38">
            <ns1:extLst>
              <ns1:ext uri="{FF2B5EF4-FFF2-40B4-BE49-F238E27FC236}">
                <ns2:creationId id="{3E355A2E-C35A-46AC-9126-92800E2BCFF8}"/>
              </ns1:ext>
            </ns1:extLst>
          </ns0:cNvPr>
          <ns0:cNvSpPr>
            <ns1:spLocks noGrp="1"/>
          </ns0:cNvSpPr>
          <ns0:nvPr/>
        </ns0:nvSpPr>
        <ns0:spPr>
          <ns1:xfrm>
            <ns1:off x="2660525" y="1599475"/>
            <ns1:ext cx="1828800" cy="186900"/>
          </ns1:xfrm>
          <ns1:prstGeom prst="roundRect">
            <ns1:avLst>
              <ns1:gd name="adj" fmla="val 16667"/>
            </ns1:avLst>
          </ns1:prstGeom>
          <ns1:solidFill>
            <ns1:schemeClr val="accent4"/>
          </ns1:solidFill>
          <ns1:ln w="19050" cap="flat" cmpd="sng">
            <ns1:solidFill>
              <ns1:schemeClr val="accent4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Barlow Medium"/>
              <ns1:ea typeface="Barlow Medium"/>
              <ns1:cs typeface="Barlow Medium"/>
            </ns1:endParaRPr>
          </ns1:p>
        </ns0:txBody>
      </ns0:sp>
      <ns0:sp>
        <ns0:nvSpPr>
          <ns0:cNvPr id="772" name="Google Shape;772;p38">
            <ns1:extLst>
              <ns1:ext uri="{FF2B5EF4-FFF2-40B4-BE49-F238E27FC236}">
                <ns2:creationId id="{AB2284B5-9F56-4AED-82D0-3345417694DD}"/>
              </ns1:ext>
            </ns1:extLst>
          </ns0:cNvPr>
          <ns0:cNvSpPr>
            <ns1:spLocks noGrp="1"/>
          </ns0:cNvSpPr>
          <ns0:nvPr/>
        </ns0:nvSpPr>
        <ns0:spPr>
          <ns1:xfrm>
            <ns1:off x="4624425" y="1599475"/>
            <ns1:ext cx="1828800" cy="186900"/>
          </ns1:xfrm>
          <ns1:prstGeom prst="roundRect">
            <ns1:avLst>
              <ns1:gd name="adj" fmla="val 16667"/>
            </ns1:avLst>
          </ns1:prstGeom>
          <ns1:solidFill>
            <ns1:schemeClr val="accent4"/>
          </ns1:solidFill>
          <ns1:ln w="19050" cap="flat" cmpd="sng">
            <ns1:solidFill>
              <ns1:schemeClr val="accent4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Barlow Medium"/>
              <ns1:ea typeface="Barlow Medium"/>
              <ns1:cs typeface="Barlow Medium"/>
            </ns1:endParaRPr>
          </ns1:p>
        </ns0:txBody>
      </ns0:sp>
      <ns0:sp>
        <ns0:nvSpPr>
          <ns0:cNvPr id="773" name="Google Shape;773;p38">
            <ns1:extLst>
              <ns1:ext uri="{FF2B5EF4-FFF2-40B4-BE49-F238E27FC236}">
                <ns2:creationId id="{6E3DEA4E-E224-459B-88EA-D140255AB701}"/>
              </ns1:ext>
            </ns1:extLst>
          </ns0:cNvPr>
          <ns0:cNvSpPr>
            <ns1:spLocks noGrp="1"/>
          </ns0:cNvSpPr>
          <ns0:nvPr/>
        </ns0:nvSpPr>
        <ns0:spPr>
          <ns1:xfrm>
            <ns1:off x="6588325" y="1599475"/>
            <ns1:ext cx="1828800" cy="186900"/>
          </ns1:xfrm>
          <ns1:prstGeom prst="roundRect">
            <ns1:avLst>
              <ns1:gd name="adj" fmla="val 16667"/>
            </ns1:avLst>
          </ns1:prstGeom>
          <ns1:solidFill>
            <ns1:schemeClr val="accent4"/>
          </ns1:solidFill>
          <ns1:ln w="19050" cap="flat" cmpd="sng">
            <ns1:solidFill>
              <ns1:schemeClr val="accent4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Barlow Medium"/>
              <ns1:ea typeface="Barlow Medium"/>
              <ns1:cs typeface="Barlow Medium"/>
            </ns1:endParaRPr>
          </ns1:p>
        </ns0:txBody>
      </ns0:sp>
      <ns0:sp>
        <ns0:nvSpPr>
          <ns0:cNvPr id="774" name="Google Shape;774;p38">
            <ns1:extLst>
              <ns1:ext uri="{FF2B5EF4-FFF2-40B4-BE49-F238E27FC236}">
                <ns2:creationId id="{59446293-3F94-4220-8EFA-DF732DEDC108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3409050"/>
            <ns1:ext cx="1828800" cy="186900"/>
          </ns1:xfrm>
          <ns1:prstGeom prst="roundRect">
            <ns1:avLst>
              <ns1:gd name="adj" fmla="val 16667"/>
            </ns1:avLst>
          </ns1:prstGeom>
          <ns1:solidFill>
            <ns1:schemeClr val="accent4"/>
          </ns1:solidFill>
          <ns1:ln w="19050" cap="flat" cmpd="sng">
            <ns1:solidFill>
              <ns1:schemeClr val="accent4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Barlow Medium"/>
              <ns1:ea typeface="Barlow Medium"/>
              <ns1:cs typeface="Barlow Medium"/>
            </ns1:endParaRPr>
          </ns1:p>
        </ns0:txBody>
      </ns0:sp>
      <ns0:sp>
        <ns0:nvSpPr>
          <ns0:cNvPr id="775" name="Google Shape;775;p38">
            <ns1:extLst>
              <ns1:ext uri="{FF2B5EF4-FFF2-40B4-BE49-F238E27FC236}">
                <ns2:creationId id="{B452E869-D402-473B-BD92-B36C124941E9}"/>
              </ns1:ext>
            </ns1:extLst>
          </ns0:cNvPr>
          <ns0:cNvSpPr>
            <ns1:spLocks noGrp="1"/>
          </ns0:cNvSpPr>
          <ns0:nvPr/>
        </ns0:nvSpPr>
        <ns0:spPr>
          <ns1:xfrm>
            <ns1:off x="2660525" y="3409050"/>
            <ns1:ext cx="1828800" cy="186900"/>
          </ns1:xfrm>
          <ns1:prstGeom prst="roundRect">
            <ns1:avLst>
              <ns1:gd name="adj" fmla="val 16667"/>
            </ns1:avLst>
          </ns1:prstGeom>
          <ns1:solidFill>
            <ns1:schemeClr val="accent4"/>
          </ns1:solidFill>
          <ns1:ln w="19050" cap="flat" cmpd="sng">
            <ns1:solidFill>
              <ns1:schemeClr val="accent4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Barlow Medium"/>
              <ns1:ea typeface="Barlow Medium"/>
              <ns1:cs typeface="Barlow Medium"/>
            </ns1:endParaRPr>
          </ns1:p>
        </ns0:txBody>
      </ns0:sp>
      <ns0:sp>
        <ns0:nvSpPr>
          <ns0:cNvPr id="776" name="Google Shape;776;p38">
            <ns1:extLst>
              <ns1:ext uri="{FF2B5EF4-FFF2-40B4-BE49-F238E27FC236}">
                <ns2:creationId id="{ECE9D903-A83B-4F30-8D24-CCA361C02A3E}"/>
              </ns1:ext>
            </ns1:extLst>
          </ns0:cNvPr>
          <ns0:cNvSpPr>
            <ns1:spLocks noGrp="1"/>
          </ns0:cNvSpPr>
          <ns0:nvPr/>
        </ns0:nvSpPr>
        <ns0:spPr>
          <ns1:xfrm>
            <ns1:off x="4624425" y="3409050"/>
            <ns1:ext cx="1828800" cy="186900"/>
          </ns1:xfrm>
          <ns1:prstGeom prst="roundRect">
            <ns1:avLst>
              <ns1:gd name="adj" fmla="val 16667"/>
            </ns1:avLst>
          </ns1:prstGeom>
          <ns1:solidFill>
            <ns1:schemeClr val="accent4"/>
          </ns1:solidFill>
          <ns1:ln w="19050" cap="flat" cmpd="sng">
            <ns1:solidFill>
              <ns1:schemeClr val="accent4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Barlow Medium"/>
              <ns1:ea typeface="Barlow Medium"/>
              <ns1:cs typeface="Barlow Medium"/>
            </ns1:endParaRPr>
          </ns1:p>
        </ns0:txBody>
      </ns0:sp>
      <ns0:sp>
        <ns0:nvSpPr>
          <ns0:cNvPr id="777" name="Google Shape;777;p38">
            <ns1:extLst>
              <ns1:ext uri="{FF2B5EF4-FFF2-40B4-BE49-F238E27FC236}">
                <ns2:creationId id="{EE188BB9-6CA4-4518-81B3-E171638BCAF4}"/>
              </ns1:ext>
            </ns1:extLst>
          </ns0:cNvPr>
          <ns0:cNvSpPr>
            <ns1:spLocks noGrp="1"/>
          </ns0:cNvSpPr>
          <ns0:nvPr/>
        </ns0:nvSpPr>
        <ns0:spPr>
          <ns1:xfrm>
            <ns1:off x="6588325" y="3409050"/>
            <ns1:ext cx="1828800" cy="186900"/>
          </ns1:xfrm>
          <ns1:prstGeom prst="roundRect">
            <ns1:avLst>
              <ns1:gd name="adj" fmla="val 16667"/>
            </ns1:avLst>
          </ns1:prstGeom>
          <ns1:solidFill>
            <ns1:schemeClr val="accent4"/>
          </ns1:solidFill>
          <ns1:ln w="19050" cap="flat" cmpd="sng">
            <ns1:solidFill>
              <ns1:schemeClr val="accent4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Barlow Medium"/>
              <ns1:ea typeface="Barlow Medium"/>
              <ns1:cs typeface="Barlow Medium"/>
            </ns1:endParaRPr>
          </ns1:p>
        </ns0:txBody>
      </ns0:sp>
      <ns0:cxnSp>
        <ns0:nvCxnSpPr>
          <ns0:cNvPr id="778" name="Google Shape;778;p38">
            <ns1:extLst>
              <ns1:ext uri="{FF2B5EF4-FFF2-40B4-BE49-F238E27FC236}">
                <ns2:creationId id="{4DBAA21C-7740-4BD3-B2D3-4E52EA25980F}"/>
              </ns1:ext>
            </ns1:extLst>
          </ns0:cNvPr>
          <ns0:cNvCxnSpPr>
            <ns1:stCxn id="770" idx="3"/>
            <ns1:endCxn id="771" idx="1"/>
          </ns0:cNvCxnSpPr>
          <ns0:nvPr/>
        </ns0:nvCxnSpPr>
        <ns0:spPr>
          <ns1:xfrm>
            <ns1:off x="2548800" y="1692925"/>
            <ns1:ext cx="111600" cy="0"/>
          </ns1:xfrm>
          <ns1:prstGeom prst="straightConnector1">
            <ns1:avLst/>
          </ns1:prstGeom>
          <ns1:ln w="19050" cap="flat">
            <ns1:solidFill>
              <ns1:schemeClr val="accent4"/>
            </ns1:solidFill>
            <ns1:prstDash val="solid"/>
            <ns1:round/>
            <ns1:headEnd type="none" w="med" len="med"/>
            <ns1:tailEnd type="none" w="med" len="med"/>
          </ns1:ln>
        </ns0:spPr>
      </ns0:cxnSp>
      <ns0:cxnSp>
        <ns0:nvCxnSpPr>
          <ns0:cNvPr id="779" name="Google Shape;779;p38">
            <ns1:extLst>
              <ns1:ext uri="{FF2B5EF4-FFF2-40B4-BE49-F238E27FC236}">
                <ns2:creationId id="{273AF10E-A64D-4114-A2BB-25EA48A3B546}"/>
              </ns1:ext>
            </ns1:extLst>
          </ns0:cNvPr>
          <ns0:cNvCxnSpPr>
            <ns1:stCxn id="771" idx="3"/>
            <ns1:endCxn id="772" idx="1"/>
          </ns0:cNvCxnSpPr>
          <ns0:nvPr/>
        </ns0:nvCxnSpPr>
        <ns0:spPr>
          <ns1:xfrm>
            <ns1:off x="4489325" y="1692925"/>
            <ns1:ext cx="135000" cy="0"/>
          </ns1:xfrm>
          <ns1:prstGeom prst="straightConnector1">
            <ns1:avLst/>
          </ns1:prstGeom>
          <ns1:ln w="19050" cap="flat">
            <ns1:solidFill>
              <ns1:schemeClr val="accent4"/>
            </ns1:solidFill>
            <ns1:prstDash val="solid"/>
            <ns1:round/>
            <ns1:headEnd type="none" w="med" len="med"/>
            <ns1:tailEnd type="none" w="med" len="med"/>
          </ns1:ln>
        </ns0:spPr>
      </ns0:cxnSp>
      <ns0:cxnSp>
        <ns0:nvCxnSpPr>
          <ns0:cNvPr id="780" name="Google Shape;780;p38">
            <ns1:extLst>
              <ns1:ext uri="{FF2B5EF4-FFF2-40B4-BE49-F238E27FC236}">
                <ns2:creationId id="{7B05D245-8DC0-42D6-9A5D-FC8EB6A3A9B3}"/>
              </ns1:ext>
            </ns1:extLst>
          </ns0:cNvPr>
          <ns0:cNvCxnSpPr>
            <ns1:stCxn id="772" idx="3"/>
            <ns1:endCxn id="773" idx="1"/>
          </ns0:cNvCxnSpPr>
          <ns0:nvPr/>
        </ns0:nvCxnSpPr>
        <ns0:spPr>
          <ns1:xfrm>
            <ns1:off x="6453225" y="1692925"/>
            <ns1:ext cx="135000" cy="0"/>
          </ns1:xfrm>
          <ns1:prstGeom prst="straightConnector1">
            <ns1:avLst/>
          </ns1:prstGeom>
          <ns1:ln w="19050" cap="flat">
            <ns1:solidFill>
              <ns1:schemeClr val="accent4"/>
            </ns1:solidFill>
            <ns1:prstDash val="solid"/>
            <ns1:round/>
            <ns1:headEnd type="none" w="med" len="med"/>
            <ns1:tailEnd type="none" w="med" len="med"/>
          </ns1:ln>
        </ns0:spPr>
      </ns0:cxnSp>
      <ns0:cxnSp>
        <ns0:nvCxnSpPr>
          <ns0:cNvPr id="781" name="Google Shape;781;p38">
            <ns1:extLst>
              <ns1:ext uri="{FF2B5EF4-FFF2-40B4-BE49-F238E27FC236}">
                <ns2:creationId id="{705B79FF-DF0A-48B8-BE8F-A6FA95564CE9}"/>
              </ns1:ext>
            </ns1:extLst>
          </ns0:cNvPr>
          <ns0:cNvCxnSpPr>
            <ns1:stCxn id="765" idx="2"/>
            <ns1:endCxn id="774" idx="0"/>
          </ns0:cNvCxnSpPr>
          <ns0:nvPr/>
        </ns0:nvCxnSpPr>
        <ns0:spPr>
          <ns1:xfrm rot="0" flipH="1">
            <ns1:off x="1634425" y="2676525"/>
            <ns1:ext cx="5880800" cy="732550"/>
          </ns1:xfrm>
          <ns1:prstGeom prst="bentConnector4">
            <ns1:avLst>
              <ns1:gd name="adj1" fmla="val 0"/>
              <ns1:gd name="adj2" fmla="val 31206"/>
            </ns1:avLst>
          </ns1:prstGeom>
          <ns1:ln w="19050" cap="flat">
            <ns1:solidFill>
              <ns1:schemeClr val="accent4"/>
            </ns1:solidFill>
            <ns1:prstDash val="solid"/>
            <ns1:round/>
            <ns1:headEnd type="none" w="med" len="med"/>
            <ns1:tailEnd type="none" w="med" len="med"/>
          </ns1:ln>
        </ns0:spPr>
      </ns0:cxnSp>
      <ns0:cxnSp>
        <ns0:nvCxnSpPr>
          <ns0:cNvPr id="782" name="Google Shape;782;p38">
            <ns1:extLst>
              <ns1:ext uri="{FF2B5EF4-FFF2-40B4-BE49-F238E27FC236}">
                <ns2:creationId id="{5A1AB459-6190-425D-A472-67D1FE458B87}"/>
              </ns1:ext>
            </ns1:extLst>
          </ns0:cNvPr>
          <ns0:cNvCxnSpPr>
            <ns1:stCxn id="774" idx="3"/>
            <ns1:endCxn id="775" idx="1"/>
          </ns0:cNvCxnSpPr>
          <ns0:nvPr/>
        </ns0:nvCxnSpPr>
        <ns0:spPr>
          <ns1:xfrm>
            <ns1:off x="2548800" y="3502500"/>
            <ns1:ext cx="111600" cy="0"/>
          </ns1:xfrm>
          <ns1:prstGeom prst="straightConnector1">
            <ns1:avLst/>
          </ns1:prstGeom>
          <ns1:ln w="19050" cap="flat">
            <ns1:solidFill>
              <ns1:schemeClr val="accent4"/>
            </ns1:solidFill>
            <ns1:prstDash val="solid"/>
            <ns1:round/>
            <ns1:headEnd type="none" w="med" len="med"/>
            <ns1:tailEnd type="none" w="med" len="med"/>
          </ns1:ln>
        </ns0:spPr>
      </ns0:cxnSp>
      <ns0:cxnSp>
        <ns0:nvCxnSpPr>
          <ns0:cNvPr id="783" name="Google Shape;783;p38">
            <ns1:extLst>
              <ns1:ext uri="{FF2B5EF4-FFF2-40B4-BE49-F238E27FC236}">
                <ns2:creationId id="{916ADD6E-F356-4A03-A5EA-87266B7820EE}"/>
              </ns1:ext>
            </ns1:extLst>
          </ns0:cNvPr>
          <ns0:cNvCxnSpPr>
            <ns1:stCxn id="775" idx="3"/>
            <ns1:endCxn id="776" idx="1"/>
          </ns0:cNvCxnSpPr>
          <ns0:nvPr/>
        </ns0:nvCxnSpPr>
        <ns0:spPr>
          <ns1:xfrm>
            <ns1:off x="4489325" y="3502500"/>
            <ns1:ext cx="135000" cy="0"/>
          </ns1:xfrm>
          <ns1:prstGeom prst="straightConnector1">
            <ns1:avLst/>
          </ns1:prstGeom>
          <ns1:ln w="19050" cap="flat">
            <ns1:solidFill>
              <ns1:schemeClr val="accent4"/>
            </ns1:solidFill>
            <ns1:prstDash val="solid"/>
            <ns1:round/>
            <ns1:headEnd type="none" w="med" len="med"/>
            <ns1:tailEnd type="none" w="med" len="med"/>
          </ns1:ln>
        </ns0:spPr>
      </ns0:cxnSp>
      <ns0:cxnSp>
        <ns0:nvCxnSpPr>
          <ns0:cNvPr id="784" name="Google Shape;784;p38">
            <ns1:extLst>
              <ns1:ext uri="{FF2B5EF4-FFF2-40B4-BE49-F238E27FC236}">
                <ns2:creationId id="{80855D85-48F9-4AAC-85CA-346DB5BA03A7}"/>
              </ns1:ext>
            </ns1:extLst>
          </ns0:cNvPr>
          <ns0:cNvCxnSpPr>
            <ns1:stCxn id="776" idx="3"/>
            <ns1:endCxn id="777" idx="1"/>
          </ns0:cNvCxnSpPr>
          <ns0:nvPr/>
        </ns0:nvCxnSpPr>
        <ns0:spPr>
          <ns1:xfrm>
            <ns1:off x="6453225" y="3502500"/>
            <ns1:ext cx="135000" cy="0"/>
          </ns1:xfrm>
          <ns1:prstGeom prst="straightConnector1">
            <ns1:avLst/>
          </ns1:prstGeom>
          <ns1:ln w="19050" cap="flat">
            <ns1:solidFill>
              <ns1:schemeClr val="accent4"/>
            </ns1:solidFill>
            <ns1:prstDash val="solid"/>
            <ns1:round/>
            <ns1:headEnd type="none" w="med" len="med"/>
            <ns1:tailEnd type="none" w="med" len="med"/>
          </ns1:ln>
        </ns0:spPr>
      </ns0:cxnSp>
      <ns0:sp>
        <ns0:nvSpPr>
          <ns0:cNvPr id="786" name="Google Shape;786;p38">
            <ns1:extLst>
              <ns1:ext uri="{FF2B5EF4-FFF2-40B4-BE49-F238E27FC236}">
                <ns2:creationId id="{E87D0EBB-3DEF-4726-9647-5FCDDE6EC780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2943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787" name="Google Shape;787;p38">
            <ns1:extLst>
              <ns1:ext uri="{FF2B5EF4-FFF2-40B4-BE49-F238E27FC236}">
                <ns2:creationId id="{CE292726-DAD4-4218-A813-D885F4403354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228975" y="4724400"/>
            <ns1:ext cx="104775" cy="104775"/>
          </ns1:xfrm>
          <ns1:prstGeom prst="ellipse">
            <ns1:avLst/>
          </ns1:prstGeom>
          <ns1:solidFill>
            <ns1:srgbClr val="E6907D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788" name="Google Shape;788;p38">
            <ns1:extLst>
              <ns1:ext uri="{FF2B5EF4-FFF2-40B4-BE49-F238E27FC236}">
                <ns2:creationId id="{66FAE0DF-46B7-4BD8-A9C3-F138F1349EFF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5147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789" name="Google Shape;789;p38">
            <ns1:extLst>
              <ns1:ext uri="{FF2B5EF4-FFF2-40B4-BE49-F238E27FC236}">
                <ns2:creationId id="{338DF22D-DAA7-4FC7-86B1-D78634768315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800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790" name="Google Shape;790;p38">
            <ns1:extLst>
              <ns1:ext uri="{FF2B5EF4-FFF2-40B4-BE49-F238E27FC236}">
                <ns2:creationId id="{50A8ECBF-E7D4-408B-ABE4-20FA2194F89C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086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791" name="Google Shape;791;p38">
            <ns1:extLst>
              <ns1:ext uri="{FF2B5EF4-FFF2-40B4-BE49-F238E27FC236}">
                <ns2:creationId id="{702DA097-9AB1-4C4B-B00D-D885753BEAF5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3719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792" name="Google Shape;792;p38">
            <ns1:extLst>
              <ns1:ext uri="{FF2B5EF4-FFF2-40B4-BE49-F238E27FC236}">
                <ns2:creationId id="{B3EFC4CA-F0CE-44F1-9700-5F77F03FD0ED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6577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793" name="Google Shape;793;p38">
            <ns1:extLst>
              <ns1:ext uri="{FF2B5EF4-FFF2-40B4-BE49-F238E27FC236}">
                <ns2:creationId id="{7D8DE7D0-1F2F-4CE9-9FAF-1220302F0BAD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943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794" name="Google Shape;794;p38">
            <ns1:extLst>
              <ns1:ext uri="{FF2B5EF4-FFF2-40B4-BE49-F238E27FC236}">
                <ns2:creationId id="{AD4E7830-DBC0-4B3B-9DCC-94383B7DC72D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229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795" name="Google Shape;795;p38">
            <ns1:extLst>
              <ns1:ext uri="{FF2B5EF4-FFF2-40B4-BE49-F238E27FC236}">
                <ns2:creationId id="{1B856548-CDF1-4067-9B8E-B5B7C5061FBF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5149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796" name="Google Shape;796;p38">
            <ns1:extLst>
              <ns1:ext uri="{FF2B5EF4-FFF2-40B4-BE49-F238E27FC236}">
                <ns2:creationId id="{51B4C353-F9BC-46A9-BAA7-CF81DAE1D02E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8007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797" name="Google Shape;797;p38">
            <ns1:extLst>
              <ns1:ext uri="{FF2B5EF4-FFF2-40B4-BE49-F238E27FC236}">
                <ns2:creationId id="{716C06E6-B8CB-432E-9417-2348C53E1260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086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798" name="Google Shape;798;p38">
            <ns1:extLst>
              <ns1:ext uri="{FF2B5EF4-FFF2-40B4-BE49-F238E27FC236}">
                <ns2:creationId id="{9E792FC9-960F-47FF-8EBE-19FDDE5F3EC3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372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799" name="Google Shape;799;p38">
            <ns1:extLst>
              <ns1:ext uri="{FF2B5EF4-FFF2-40B4-BE49-F238E27FC236}">
                <ns2:creationId id="{5A49B130-DA0E-44F2-9E5B-0D53E55BD7D1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828210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800" name="Google Shape;800;p38">
            <ns1:extLst>
              <ns1:ext uri="{FF2B5EF4-FFF2-40B4-BE49-F238E27FC236}">
                <ns2:creationId id="{4B4D2DEB-5025-42DD-82C3-6D4A52E49657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120302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801" name="Google Shape;801;p38">
            <ns1:extLst>
              <ns1:ext uri="{FF2B5EF4-FFF2-40B4-BE49-F238E27FC236}">
                <ns2:creationId id="{1A8CC433-B1D6-4A09-8DE7-F7A731F0C4DB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412393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802" name="Google Shape;802;p38">
            <ns1:extLst>
              <ns1:ext uri="{FF2B5EF4-FFF2-40B4-BE49-F238E27FC236}">
                <ns2:creationId id="{4646E88B-5178-4B54-B737-87BE760AA1A0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704485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803" name="Google Shape;803;p38">
            <ns1:extLst>
              <ns1:ext uri="{FF2B5EF4-FFF2-40B4-BE49-F238E27FC236}">
                <ns2:creationId id="{650FCE36-5F5E-4EFF-8C87-6A268E7FF0CA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996577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804" name="Google Shape;804;p38">
            <ns1:extLst>
              <ns1:ext uri="{FF2B5EF4-FFF2-40B4-BE49-F238E27FC236}">
                <ns2:creationId id="{E60BF9EF-0795-4933-9003-EE311C30DF49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7288669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805" name="Google Shape;805;p38">
            <ns1:extLst>
              <ns1:ext uri="{FF2B5EF4-FFF2-40B4-BE49-F238E27FC236}">
                <ns2:creationId id="{21242DD9-B044-4D46-BDC2-C3C67F810E00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2657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806" name="">
            <ns1:extLst>
              <ns1:ext uri="{FF2B5EF4-FFF2-40B4-BE49-F238E27FC236}">
                <ns2:creationId id="{1216B049-44C9-403B-84B1-F47D383108C3}"/>
              </ns1:ext>
            </ns1:extLst>
          </ns0:cNvPr>
          <ns0:cNvSpPr>
            <ns1:spLocks noGrp="1"/>
          </ns0:cNvSpPr>
          <ns0:nvPr/>
        </ns0:nvSpPr>
        <ns0:spPr>
          <ns1:xfrm>
            <ns1:off x="752475" y="4419600"/>
            <ns1:ext cx="7648575" cy="2000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975" b="0">
                <ns1:solidFill>
                  <ns1:srgbClr val="66716D"/>
                </ns1:solidFill>
                <ns1:latin typeface="Microsoft YaHei"/>
                <ns1:ea typeface="微软雅黑"/>
                <ns1:cs typeface="Microsoft YaHei"/>
              </ns1:rPr>
              <ns1:t>当前实现候选确认、任务与计划链路；持续自主推进仍需试点验证</ns1:t>
            </ns1:r>
          </ns1:p>
        </ns0:txBody>
      </ns0:sp>
      <ns0:sp>
        <ns0:nvSpPr>
          <ns0:cNvPr id="807" name="TextBox 806"/>
          <ns0:cNvSpPr txBox="1"/>
          <ns0:nvPr/>
        </ns0:nvSpPr>
        <ns0:spPr>
          <ns1:xfrm>
            <ns1:off x="6550000" y="4880000"/>
            <ns1:ext cx="2360000" cy="200000"/>
          </ns1:xfrm>
          <ns1:prstGeom prst="rect">
            <ns1:avLst/>
          </ns1:prstGeom>
          <ns1:noFill/>
        </ns0:spPr>
        <ns0:txBody>
          <ns1:bodyPr wrap="square" anchor="t" lIns="36576" rIns="36576" tIns="36576" bIns="36576">
            <ns1:spAutoFit/>
          </ns1:bodyPr>
          <ns1:lstStyle/>
          <ns1:p>
            <ns1:pPr algn="r">
              <ns1:lnSpc>
                <ns1:spcPct val="115000"/>
              </ns1:lnSpc>
              <ns1:spcAft>
                <ns1:spcPts val="400"/>
              </ns1:spcAft>
            </ns1:pPr>
            <ns1:r>
              <ns1:rPr sz="800" b="0">
                <ns1:solidFill>
                  <ns1:srgbClr val="5A6678"/>
                </ns1:solidFill>
                <ns1:ea typeface="微软雅黑"/>
              </ns1:rPr>
              <ns1:t>Campus Agent｜AIC-2026-15513467｜4/20</ns1:t>
            </ns1:r>
          </ns1:p>
        </ns0:txBody>
      </ns0:sp>
    </ns0:spTree>
    <ns0:extLst>
      <ns0:ext uri="{BB962C8B-B14F-4D97-AF65-F5344CB8AC3E}">
        <ns3:creationId val="1187787655"/>
      </ns0:ext>
    </ns0:extLst>
  </ns0:cSld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364" name="Google Shape;364;p29">
            <ns1:extLst>
              <ns1:ext uri="{FF2B5EF4-FFF2-40B4-BE49-F238E27FC236}">
                <ns2:creationId id="{0F88F047-0E48-481A-A961-29FC0F21B2A6}"/>
              </ns1:ext>
            </ns1:extLst>
          </ns0:cNvPr>
          <ns0:cNvSpPr>
            <ns1:spLocks noGrp="1"/>
          </ns0:cNvSpPr>
          <ns0:nvPr>
            <ns0:ph type="subTitle" idx="4"/>
          </ns0:nvPr>
        </ns0:nvSpPr>
        <ns0:spPr>
          <ns1:xfrm>
            <ns1:off x="4923250" y="2383429"/>
            <ns1:ext cx="2505600" cy="460800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1">
                <ns1:solidFill>
                  <ns1:srgbClr val="538786"/>
                </ns1:solidFill>
                <ns1:latin typeface="Microsoft YaHei"/>
                <ns1:ea typeface="微软雅黑"/>
                <ns1:cs typeface="Microsoft YaHei"/>
              </ns1:rPr>
              <ns1:t>承担“我的重复事务”</ns1:t>
            </ns1:r>
            <ns1:endParaRPr/>
          </ns1:p>
        </ns0:txBody>
      </ns0:sp>
      <ns0:sp>
        <ns0:nvSpPr>
          <ns0:cNvPr id="365" name="Google Shape;365;p29">
            <ns1:extLst>
              <ns1:ext uri="{FF2B5EF4-FFF2-40B4-BE49-F238E27FC236}">
                <ns2:creationId id="{1AD4DE33-2926-4ECD-BB91-5F5570EA20EE}"/>
              </ns1:ext>
            </ns1:extLst>
          </ns0:cNvPr>
          <ns0:cNvSpPr>
            <ns1:spLocks noGrp="1"/>
          </ns0:cNvSpPr>
          <ns0:nvPr>
            <ns0:ph type="title" idx="0"/>
          </ns0:nvPr>
        </ns0:nvSpPr>
        <ns0:spPr>
          <ns1:xfrm>
            <ns1:off x="723900" y="638175"/>
            <ns1:ext cx="7715250" cy="504825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>
                <ns1:ea typeface="微软雅黑"/>
              </ns1:rPr>
              <ns1:t>系统承担重复事务，人对关键写入负责</ns1:t>
            </ns1:r>
            <ns1:endParaRPr/>
          </ns1:p>
        </ns0:txBody>
      </ns0:sp>
      <ns0:sp>
        <ns0:nvSpPr>
          <ns0:cNvPr id="366" name="Google Shape;366;p29">
            <ns1:extLst>
              <ns1:ext uri="{FF2B5EF4-FFF2-40B4-BE49-F238E27FC236}">
                <ns2:creationId id="{18E2B4CF-EA0C-41EB-BDC2-F2D8EC041319}"/>
              </ns1:ext>
            </ns1:extLst>
          </ns0:cNvPr>
          <ns0:cNvSpPr>
            <ns1:spLocks noGrp="1"/>
          </ns0:cNvSpPr>
          <ns0:nvPr>
            <ns0:ph type="subTitle" idx="1"/>
          </ns0:nvPr>
        </ns0:nvSpPr>
        <ns0:spPr>
          <ns1:xfrm>
            <ns1:off x="4923249" y="2857500"/>
            <ns1:ext cx="2505600" cy="1238250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 algn="ctr">
              <ns1:defRPr sz="16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16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16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16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16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16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16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16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16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16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6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65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整理信息与形成候选</ns1:t>
            </ns1:r>
            <ns1:endParaRPr/>
          </ns1:p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6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65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确认后保存并生成计划</ns1:t>
            </ns1:r>
            <ns1:endParaRPr/>
          </ns1:p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6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65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关键决定保留人工控制</ns1:t>
            </ns1:r>
            <ns1:endParaRPr/>
          </ns1:p>
        </ns0:txBody>
      </ns0:sp>
      <ns0:sp>
        <ns0:nvSpPr>
          <ns0:cNvPr id="367" name="Google Shape;367;p29">
            <ns1:extLst>
              <ns1:ext uri="{FF2B5EF4-FFF2-40B4-BE49-F238E27FC236}">
                <ns2:creationId id="{1D29615E-B043-4272-9EE1-C9CDCDBB1DDC}"/>
              </ns1:ext>
            </ns1:extLst>
          </ns0:cNvPr>
          <ns0:cNvSpPr>
            <ns1:spLocks noGrp="1"/>
          </ns0:cNvSpPr>
          <ns0:nvPr>
            <ns0:ph type="subTitle" idx="2"/>
          </ns0:nvPr>
        </ns0:nvSpPr>
        <ns0:spPr>
          <ns1:xfrm>
            <ns1:off x="1715375" y="2857500"/>
            <ns1:ext cx="2505600" cy="1238250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 algn="ctr">
              <ns1:defRPr sz="16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16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16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16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16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16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16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16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16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16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6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65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目标与个人档案</ns1:t>
            </ns1:r>
            <ns1:endParaRPr/>
          </ns1:p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6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65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课程、当前任务与记忆</ns1:t>
            </ns1:r>
            <ns1:endParaRPr/>
          </ns1:p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6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65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共同构成处理背景</ns1:t>
            </ns1:r>
            <ns1:endParaRPr/>
          </ns1:p>
        </ns0:txBody>
      </ns0:sp>
      <ns0:sp>
        <ns0:nvSpPr>
          <ns0:cNvPr id="368" name="Google Shape;368;p29">
            <ns1:extLst>
              <ns1:ext uri="{FF2B5EF4-FFF2-40B4-BE49-F238E27FC236}">
                <ns2:creationId id="{3F91F2AA-BAA2-4C1E-B139-FEFE5AECD73A}"/>
              </ns1:ext>
            </ns1:extLst>
          </ns0:cNvPr>
          <ns0:cNvSpPr>
            <ns1:spLocks noGrp="1"/>
          </ns0:cNvSpPr>
          <ns0:nvPr>
            <ns0:ph type="subTitle" idx="3"/>
          </ns0:nvPr>
        </ns0:nvSpPr>
        <ns0:spPr>
          <ns1:xfrm>
            <ns1:off x="1715375" y="2383429"/>
            <ns1:ext cx="2505600" cy="460800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20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0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0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0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0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0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0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0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0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0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20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025" b="1">
                <ns1:solidFill>
                  <ns1:srgbClr val="538786"/>
                </ns1:solidFill>
                <ns1:latin typeface="Microsoft YaHei"/>
                <ns1:ea typeface="微软雅黑"/>
                <ns1:cs typeface="Microsoft YaHei"/>
              </ns1:rPr>
              <ns1:t>理解“我的情境”</ns1:t>
            </ns1:r>
            <ns1:endParaRPr/>
          </ns1:p>
        </ns0:txBody>
      </ns0:sp>
      <ns0:sp>
        <ns0:nvSpPr>
          <ns0:cNvPr id="370" name="Google Shape;370;p29">
            <ns1:extLst>
              <ns1:ext uri="{FF2B5EF4-FFF2-40B4-BE49-F238E27FC236}">
                <ns2:creationId id="{84461736-26D5-4122-B0AB-C7A6CE0F34C4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2977081" y="2092205"/>
            <ns1:ext cx="17083" cy="47732"/>
          </ns1:xfrm>
          <ns1:custGeom>
            <ns1:rect l="l" t="t" r="r" b="b"/>
            <ns1:pathLst>
              <ns1:path w="32384" h="90487">
                <ns1:moveTo>
                  <ns1:pt x="0" y="90488"/>
                </ns1:moveTo>
                <ns1:cubicBezTo>
                  <ns1:pt x="15240" y="76200"/>
                  <ns1:pt x="29527" y="41910"/>
                  <ns1:pt x="32385" y="0"/>
                </ns1:cubicBezTo>
                <ns1:lnTo>
                  <ns1:pt x="0" y="0"/>
                </ns1:lnTo>
                <ns1:lnTo>
                  <ns1:pt x="0" y="90488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371" name="Google Shape;371;p29">
            <ns1:extLst>
              <ns1:ext uri="{FF2B5EF4-FFF2-40B4-BE49-F238E27FC236}">
                <ns2:creationId id="{11797D6B-918B-4023-BB49-5F1785DB3624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2942835" y="2092205"/>
            <ns1:ext cx="17083" cy="47732"/>
          </ns1:xfrm>
          <ns1:custGeom>
            <ns1:rect l="l" t="t" r="r" b="b"/>
            <ns1:pathLst>
              <ns1:path w="32384" h="90487">
                <ns1:moveTo>
                  <ns1:pt x="32385" y="90488"/>
                </ns1:moveTo>
                <ns1:lnTo>
                  <ns1:pt x="32385" y="0"/>
                </ns1:lnTo>
                <ns1:lnTo>
                  <ns1:pt x="0" y="0"/>
                </ns1:lnTo>
                <ns1:cubicBezTo>
                  <ns1:pt x="2858" y="41910"/>
                  <ns1:pt x="16193" y="75248"/>
                  <ns1:pt x="32385" y="90488"/>
                </ns1:cubicBezTo>
                <ns1:lnTo>
                  <ns1:pt x="32385" y="90488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372" name="Google Shape;372;p29">
            <ns1:extLst>
              <ns1:ext uri="{FF2B5EF4-FFF2-40B4-BE49-F238E27FC236}">
                <ns2:creationId id="{B364BAB7-69C3-48CA-BDE9-6A4F8D6A35DE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2977081" y="2026233"/>
            <ns1:ext cx="17083" cy="47732"/>
          </ns1:xfrm>
          <ns1:custGeom>
            <ns1:rect l="l" t="t" r="r" b="b"/>
            <ns1:pathLst>
              <ns1:path w="32384" h="90487">
                <ns1:moveTo>
                  <ns1:pt x="0" y="0"/>
                </ns1:moveTo>
                <ns1:lnTo>
                  <ns1:pt x="0" y="90488"/>
                </ns1:lnTo>
                <ns1:lnTo>
                  <ns1:pt x="32385" y="90488"/>
                </ns1:lnTo>
                <ns1:cubicBezTo>
                  <ns1:pt x="29527" y="48577"/>
                  <ns1:pt x="16192" y="15240"/>
                  <ns1:pt x="0" y="0"/>
                </ns1:cubicBezTo>
                <ns1:lnTo>
                  <ns1:pt x="0" y="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373" name="Google Shape;373;p29">
            <ns1:extLst>
              <ns1:ext uri="{FF2B5EF4-FFF2-40B4-BE49-F238E27FC236}">
                <ns2:creationId id="{6FA010ED-FB15-468B-B5E0-EA502BCC8B3E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2942835" y="2026736"/>
            <ns1:ext cx="17083" cy="47732"/>
          </ns1:xfrm>
          <ns1:custGeom>
            <ns1:rect l="l" t="t" r="r" b="b"/>
            <ns1:pathLst>
              <ns1:path w="32384" h="90487">
                <ns1:moveTo>
                  <ns1:pt x="0" y="90488"/>
                </ns1:moveTo>
                <ns1:lnTo>
                  <ns1:pt x="32385" y="90488"/>
                </ns1:lnTo>
                <ns1:lnTo>
                  <ns1:pt x="32385" y="0"/>
                </ns1:lnTo>
                <ns1:cubicBezTo>
                  <ns1:pt x="16193" y="14288"/>
                  <ns1:pt x="2858" y="47625"/>
                  <ns1:pt x="0" y="90488"/>
                </ns1:cubicBezTo>
                <ns1:lnTo>
                  <ns1:pt x="0" y="90488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374" name="Google Shape;374;p29">
            <ns1:extLst>
              <ns1:ext uri="{FF2B5EF4-FFF2-40B4-BE49-F238E27FC236}">
                <ns2:creationId id="{A52A0182-1184-4C1B-AC7C-03FD71E137BD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001757" y="2032276"/>
            <ns1:ext cx="26629" cy="42205"/>
          </ns1:xfrm>
          <ns1:custGeom>
            <ns1:rect l="l" t="t" r="r" b="b"/>
            <ns1:pathLst>
              <ns1:path w="50482" h="80009">
                <ns1:moveTo>
                  <ns1:pt x="0" y="0"/>
                </ns1:moveTo>
                <ns1:cubicBezTo>
                  <ns1:pt x="10478" y="21908"/>
                  <ns1:pt x="16192" y="48578"/>
                  <ns1:pt x="18097" y="80010"/>
                </ns1:cubicBezTo>
                <ns1:lnTo>
                  <ns1:pt x="50482" y="80010"/>
                </ns1:lnTo>
                <ns1:cubicBezTo>
                  <ns1:pt x="45720" y="46672"/>
                  <ns1:pt x="27622" y="18097"/>
                  <ns1:pt x="0" y="0"/>
                </ns1:cubicBezTo>
                <ns1:lnTo>
                  <ns1:pt x="0" y="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375" name="Google Shape;375;p29">
            <ns1:extLst>
              <ns1:ext uri="{FF2B5EF4-FFF2-40B4-BE49-F238E27FC236}">
                <ns2:creationId id="{F204A529-0F45-4004-9281-E97469984FC0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2908590" y="2032276"/>
            <ns1:ext cx="26629" cy="42205"/>
          </ns1:xfrm>
          <ns1:custGeom>
            <ns1:rect l="l" t="t" r="r" b="b"/>
            <ns1:pathLst>
              <ns1:path w="50482" h="80009">
                <ns1:moveTo>
                  <ns1:pt x="0" y="80010"/>
                </ns1:moveTo>
                <ns1:lnTo>
                  <ns1:pt x="32385" y="80010"/>
                </ns1:lnTo>
                <ns1:cubicBezTo>
                  <ns1:pt x="34290" y="49530"/>
                  <ns1:pt x="40957" y="21908"/>
                  <ns1:pt x="50482" y="0"/>
                </ns1:cubicBezTo>
                <ns1:cubicBezTo>
                  <ns1:pt x="22860" y="18097"/>
                  <ns1:pt x="4763" y="46672"/>
                  <ns1:pt x="0" y="80010"/>
                </ns1:cubicBezTo>
                <ns1:lnTo>
                  <ns1:pt x="0" y="8001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376" name="Google Shape;376;p29">
            <ns1:extLst>
              <ns1:ext uri="{FF2B5EF4-FFF2-40B4-BE49-F238E27FC236}">
                <ns2:creationId id="{D052108C-12D9-4D21-931D-713C63E73FED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001757" y="2091702"/>
            <ns1:ext cx="26629" cy="42205"/>
          </ns1:xfrm>
          <ns1:custGeom>
            <ns1:rect l="l" t="t" r="r" b="b"/>
            <ns1:pathLst>
              <ns1:path w="50482" h="80009">
                <ns1:moveTo>
                  <ns1:pt x="0" y="80010"/>
                </ns1:moveTo>
                <ns1:cubicBezTo>
                  <ns1:pt x="26670" y="61913"/>
                  <ns1:pt x="45720" y="33338"/>
                  <ns1:pt x="50482" y="0"/>
                </ns1:cubicBezTo>
                <ns1:lnTo>
                  <ns1:pt x="18097" y="0"/>
                </ns1:lnTo>
                <ns1:cubicBezTo>
                  <ns1:pt x="17145" y="31432"/>
                  <ns1:pt x="10478" y="58102"/>
                  <ns1:pt x="0" y="80010"/>
                </ns1:cubicBezTo>
                <ns1:lnTo>
                  <ns1:pt x="0" y="8001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377" name="Google Shape;377;p29">
            <ns1:extLst>
              <ns1:ext uri="{FF2B5EF4-FFF2-40B4-BE49-F238E27FC236}">
                <ns2:creationId id="{FF9391F7-7388-4217-AB92-61EB5AC544A4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2908590" y="2091702"/>
            <ns1:ext cx="26629" cy="42205"/>
          </ns1:xfrm>
          <ns1:custGeom>
            <ns1:rect l="l" t="t" r="r" b="b"/>
            <ns1:pathLst>
              <ns1:path w="50482" h="80009">
                <ns1:moveTo>
                  <ns1:pt x="0" y="0"/>
                </ns1:moveTo>
                <ns1:cubicBezTo>
                  <ns1:pt x="4763" y="33338"/>
                  <ns1:pt x="23813" y="61913"/>
                  <ns1:pt x="50482" y="80010"/>
                </ns1:cubicBezTo>
                <ns1:cubicBezTo>
                  <ns1:pt x="40005" y="58102"/>
                  <ns1:pt x="34290" y="31432"/>
                  <ns1:pt x="32385" y="0"/>
                </ns1:cubicBezTo>
                <ns1:lnTo>
                  <ns1:pt x="0" y="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378" name="Google Shape;378;p29">
            <ns1:extLst>
              <ns1:ext uri="{FF2B5EF4-FFF2-40B4-BE49-F238E27FC236}">
                <ns2:creationId id="{4C035C3C-9400-4F04-ADB4-C02473872F63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2819955" y="1934577"/>
            <ns1:ext cx="296442" cy="296442"/>
          </ns1:xfrm>
          <ns1:custGeom>
            <ns1:rect l="l" t="t" r="r" b="b"/>
            <ns1:pathLst>
              <ns1:path w="561975" h="561975">
                <ns1:moveTo>
                  <ns1:pt x="545782" y="263843"/>
                </ns1:moveTo>
                <ns1:lnTo>
                  <ns1:pt x="494347" y="263843"/>
                </ns1:lnTo>
                <ns1:cubicBezTo>
                  <ns1:pt x="485775" y="159068"/>
                  <ns1:pt x="401955" y="76200"/>
                  <ns1:pt x="297180" y="67628"/>
                </ns1:cubicBezTo>
                <ns1:lnTo>
                  <ns1:pt x="297180" y="16193"/>
                </ns1:lnTo>
                <ns1:cubicBezTo>
                  <ns1:pt x="297180" y="6668"/>
                  <ns1:pt x="289560" y="0"/>
                  <ns1:pt x="280988" y="0"/>
                </ns1:cubicBezTo>
                <ns1:cubicBezTo>
                  <ns1:pt x="271463" y="0"/>
                  <ns1:pt x="264795" y="7620"/>
                  <ns1:pt x="264795" y="16193"/>
                </ns1:cubicBezTo>
                <ns1:lnTo>
                  <ns1:pt x="264795" y="67628"/>
                </ns1:lnTo>
                <ns1:cubicBezTo>
                  <ns1:pt x="160020" y="75248"/>
                  <ns1:pt x="76200" y="160020"/>
                  <ns1:pt x="67628" y="264795"/>
                </ns1:cubicBezTo>
                <ns1:lnTo>
                  <ns1:pt x="16193" y="264795"/>
                </ns1:lnTo>
                <ns1:cubicBezTo>
                  <ns1:pt x="6668" y="264795"/>
                  <ns1:pt x="0" y="272415"/>
                  <ns1:pt x="0" y="280988"/>
                </ns1:cubicBezTo>
                <ns1:cubicBezTo>
                  <ns1:pt x="0" y="290513"/>
                  <ns1:pt x="7620" y="297180"/>
                  <ns1:pt x="16193" y="297180"/>
                </ns1:cubicBezTo>
                <ns1:lnTo>
                  <ns1:pt x="67628" y="297180"/>
                </ns1:lnTo>
                <ns1:cubicBezTo>
                  <ns1:pt x="75247" y="401955"/>
                  <ns1:pt x="160020" y="485775"/>
                  <ns1:pt x="264795" y="494348"/>
                </ns1:cubicBezTo>
                <ns1:lnTo>
                  <ns1:pt x="264795" y="545783"/>
                </ns1:lnTo>
                <ns1:cubicBezTo>
                  <ns1:pt x="264795" y="555308"/>
                  <ns1:pt x="272415" y="561975"/>
                  <ns1:pt x="280988" y="561975"/>
                </ns1:cubicBezTo>
                <ns1:cubicBezTo>
                  <ns1:pt x="290513" y="561975"/>
                  <ns1:pt x="297180" y="554355"/>
                  <ns1:pt x="297180" y="545783"/>
                </ns1:cubicBezTo>
                <ns1:lnTo>
                  <ns1:pt x="297180" y="494348"/>
                </ns1:lnTo>
                <ns1:cubicBezTo>
                  <ns1:pt x="402907" y="486728"/>
                  <ns1:pt x="486728" y="401955"/>
                  <ns1:pt x="494347" y="296228"/>
                </ns1:cubicBezTo>
                <ns1:lnTo>
                  <ns1:pt x="545782" y="296228"/>
                </ns1:lnTo>
                <ns1:cubicBezTo>
                  <ns1:pt x="555307" y="296228"/>
                  <ns1:pt x="561975" y="288608"/>
                  <ns1:pt x="561975" y="280035"/>
                </ns1:cubicBezTo>
                <ns1:cubicBezTo>
                  <ns1:pt x="561975" y="270510"/>
                  <ns1:pt x="554355" y="263843"/>
                  <ns1:pt x="545782" y="263843"/>
                </ns1:cubicBezTo>
                <ns1:lnTo>
                  <ns1:pt x="545782" y="263843"/>
                </ns1:lnTo>
                <ns1:close/>
                <ns1:moveTo>
                  <ns1:pt x="280988" y="429578"/>
                </ns1:moveTo>
                <ns1:cubicBezTo>
                  <ns1:pt x="199072" y="429578"/>
                  <ns1:pt x="132397" y="362903"/>
                  <ns1:pt x="132397" y="280988"/>
                </ns1:cubicBezTo>
                <ns1:cubicBezTo>
                  <ns1:pt x="132397" y="199073"/>
                  <ns1:pt x="199072" y="132398"/>
                  <ns1:pt x="280988" y="132398"/>
                </ns1:cubicBezTo>
                <ns1:cubicBezTo>
                  <ns1:pt x="362903" y="132398"/>
                  <ns1:pt x="429578" y="199073"/>
                  <ns1:pt x="429578" y="280988"/>
                </ns1:cubicBezTo>
                <ns1:cubicBezTo>
                  <ns1:pt x="429578" y="362903"/>
                  <ns1:pt x="362903" y="429578"/>
                  <ns1:pt x="280988" y="429578"/>
                </ns1:cubicBezTo>
                <ns1:lnTo>
                  <ns1:pt x="280988" y="429578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380" name="Google Shape;380;p29">
            <ns1:extLst>
              <ns1:ext uri="{FF2B5EF4-FFF2-40B4-BE49-F238E27FC236}">
                <ns2:creationId id="{758A5E5B-96F0-4310-9F61-7830F8E095E0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166954" y="2022707"/>
            <ns1:ext cx="17585" cy="52254"/>
          </ns1:xfrm>
          <ns1:custGeom>
            <ns1:rect l="l" t="t" r="r" b="b"/>
            <ns1:pathLst>
              <ns1:path w="33337" h="99059">
                <ns1:moveTo>
                  <ns1:pt x="0" y="0"/>
                </ns1:moveTo>
                <ns1:lnTo>
                  <ns1:pt x="33337" y="0"/>
                </ns1:lnTo>
                <ns1:lnTo>
                  <ns1:pt x="33337" y="99060"/>
                </ns1:lnTo>
                <ns1:lnTo>
                  <ns1:pt x="0" y="9906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381" name="Google Shape;381;p29">
            <ns1:extLst>
              <ns1:ext uri="{FF2B5EF4-FFF2-40B4-BE49-F238E27FC236}">
                <ns2:creationId id="{744265DF-3C18-4FE2-9699-16CC198F4971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201703" y="2057456"/>
            <ns1:ext cx="17585" cy="17585"/>
          </ns1:xfrm>
          <ns1:custGeom>
            <ns1:rect l="l" t="t" r="r" b="b"/>
            <ns1:pathLst>
              <ns1:path w="33337" h="33337">
                <ns1:moveTo>
                  <ns1:pt x="0" y="0"/>
                </ns1:moveTo>
                <ns1:lnTo>
                  <ns1:pt x="33338" y="0"/>
                </ns1:lnTo>
                <ns1:lnTo>
                  <ns1:pt x="33338" y="33337"/>
                </ns1:lnTo>
                <ns1:lnTo>
                  <ns1:pt x="0" y="33337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382" name="Google Shape;382;p29">
            <ns1:extLst>
              <ns1:ext uri="{FF2B5EF4-FFF2-40B4-BE49-F238E27FC236}">
                <ns2:creationId id="{D27AD917-400B-4488-99F7-68FDB7B922D0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132205" y="2039830"/>
            <ns1:ext cx="17585" cy="34668"/>
          </ns1:xfrm>
          <ns1:custGeom>
            <ns1:rect l="l" t="t" r="r" b="b"/>
            <ns1:pathLst>
              <ns1:path w="33337" h="65722">
                <ns1:moveTo>
                  <ns1:pt x="0" y="0"/>
                </ns1:moveTo>
                <ns1:lnTo>
                  <ns1:pt x="33338" y="0"/>
                </ns1:lnTo>
                <ns1:lnTo>
                  <ns1:pt x="33338" y="65722"/>
                </ns1:lnTo>
                <ns1:lnTo>
                  <ns1:pt x="0" y="65722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383" name="Google Shape;383;p29">
            <ns1:extLst>
              <ns1:ext uri="{FF2B5EF4-FFF2-40B4-BE49-F238E27FC236}">
                <ns2:creationId id="{D93CCDA6-F2A7-47EF-82BE-01FC9730B606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062204" y="1970332"/>
            <ns1:ext cx="226602" cy="139177"/>
          </ns1:xfrm>
          <ns1:custGeom>
            <ns1:rect l="l" t="t" r="r" b="b"/>
            <ns1:pathLst>
              <ns1:path w="429577" h="263842">
                <ns1:moveTo>
                  <ns1:pt x="429577" y="263843"/>
                </ns1:moveTo>
                <ns1:lnTo>
                  <ns1:pt x="429577" y="16193"/>
                </ns1:lnTo>
                <ns1:cubicBezTo>
                  <ns1:pt x="429577" y="6668"/>
                  <ns1:pt x="421957" y="0"/>
                  <ns1:pt x="413385" y="0"/>
                </ns1:cubicBezTo>
                <ns1:lnTo>
                  <ns1:pt x="16193" y="0"/>
                </ns1:lnTo>
                <ns1:cubicBezTo>
                  <ns1:pt x="6668" y="0"/>
                  <ns1:pt x="0" y="7620"/>
                  <ns1:pt x="0" y="16193"/>
                </ns1:cubicBezTo>
                <ns1:lnTo>
                  <ns1:pt x="0" y="262890"/>
                </ns1:lnTo>
                <ns1:lnTo>
                  <ns1:pt x="429577" y="262890"/>
                </ns1:lnTo>
                <ns1:close/>
                <ns1:moveTo>
                  <ns1:pt x="280035" y="131445"/>
                </ns1:moveTo>
                <ns1:lnTo>
                  <ns1:pt x="313373" y="131445"/>
                </ns1:lnTo>
                <ns1:cubicBezTo>
                  <ns1:pt x="322898" y="131445"/>
                  <ns1:pt x="329565" y="139065"/>
                  <ns1:pt x="329565" y="147638"/>
                </ns1:cubicBezTo>
                <ns1:lnTo>
                  <ns1:pt x="329565" y="213360"/>
                </ns1:lnTo>
                <ns1:cubicBezTo>
                  <ns1:pt x="329565" y="222885"/>
                  <ns1:pt x="321945" y="229553"/>
                  <ns1:pt x="313373" y="229553"/>
                </ns1:cubicBezTo>
                <ns1:lnTo>
                  <ns1:pt x="116205" y="229553"/>
                </ns1:lnTo>
                <ns1:cubicBezTo>
                  <ns1:pt x="106680" y="229553"/>
                  <ns1:pt x="100013" y="221933"/>
                  <ns1:pt x="100013" y="213360"/>
                </ns1:cubicBezTo>
                <ns1:lnTo>
                  <ns1:pt x="100013" y="115253"/>
                </ns1:lnTo>
                <ns1:cubicBezTo>
                  <ns1:pt x="100013" y="105728"/>
                  <ns1:pt x="107632" y="99060"/>
                  <ns1:pt x="116205" y="99060"/>
                </ns1:cubicBezTo>
                <ns1:lnTo>
                  <ns1:pt x="165735" y="99060"/>
                </ns1:lnTo>
                <ns1:lnTo>
                  <ns1:pt x="165735" y="82868"/>
                </ns1:lnTo>
                <ns1:cubicBezTo>
                  <ns1:pt x="165735" y="73343"/>
                  <ns1:pt x="173355" y="66675"/>
                  <ns1:pt x="181927" y="66675"/>
                </ns1:cubicBezTo>
                <ns1:lnTo>
                  <ns1:pt x="247650" y="66675"/>
                </ns1:lnTo>
                <ns1:cubicBezTo>
                  <ns1:pt x="257175" y="66675"/>
                  <ns1:pt x="263843" y="74295"/>
                  <ns1:pt x="263843" y="82868"/>
                </ns1:cubicBezTo>
                <ns1:lnTo>
                  <ns1:pt x="263843" y="132398"/>
                </ns1:lnTo>
                <ns1:lnTo>
                  <ns1:pt x="280035" y="132398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385" name="Google Shape;385;p29">
            <ns1:extLst>
              <ns1:ext uri="{FF2B5EF4-FFF2-40B4-BE49-F238E27FC236}">
                <ns2:creationId id="{D7EA6301-5667-4B24-80B6-F19076C4DF22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130075" y="2161682"/>
            <ns1:ext cx="90645" cy="34747"/>
          </ns1:xfrm>
          <ns1:custGeom>
            <ns1:rect l="l" t="t" r="r" b="b"/>
            <ns1:pathLst>
              <ns1:path w="171450" h="65722">
                <ns1:moveTo>
                  <ns1:pt x="16193" y="0"/>
                </ns1:moveTo>
                <ns1:lnTo>
                  <ns1:pt x="0" y="65723"/>
                </ns1:lnTo>
                <ns1:lnTo>
                  <ns1:pt x="171450" y="65723"/>
                </ns1:lnTo>
                <ns1:lnTo>
                  <ns1:pt x="155257" y="0"/>
                </ns1:lnTo>
                <ns1:lnTo>
                  <ns1:pt x="16193" y="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386" name="Google Shape;386;p29">
            <ns1:extLst>
              <ns1:ext uri="{FF2B5EF4-FFF2-40B4-BE49-F238E27FC236}">
                <ns2:creationId id="{50A9592B-D06F-4238-9C5D-04CB67BE046E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026935" y="2126935"/>
            <ns1:ext cx="298226" cy="69494"/>
          </ns1:xfrm>
          <ns1:custGeom>
            <ns1:rect l="l" t="t" r="r" b="b"/>
            <ns1:pathLst>
              <ns1:path w="564075" h="131444">
                <ns1:moveTo>
                  <ns1:pt x="506550" y="0"/>
                </ns1:moveTo>
                <ns1:lnTo>
                  <ns1:pt x="56018" y="0"/>
                </ns1:lnTo>
                <ns1:lnTo>
                  <ns1:pt x="1725" y="107632"/>
                </ns1:lnTo>
                <ns1:cubicBezTo>
                  <ns1:pt x="-1132" y="112395"/>
                  <ns1:pt x="-180" y="119063"/>
                  <ns1:pt x="2678" y="123825"/>
                </ns1:cubicBezTo>
                <ns1:cubicBezTo>
                  <ns1:pt x="5535" y="128588"/>
                  <ns1:pt x="11250" y="131445"/>
                  <ns1:pt x="16965" y="131445"/>
                </ns1:cubicBezTo>
                <ns1:lnTo>
                  <ns1:pt x="161745" y="131445"/>
                </ns1:lnTo>
                <ns1:lnTo>
                  <ns1:pt x="183653" y="44768"/>
                </ns1:lnTo>
                <ns1:cubicBezTo>
                  <ns1:pt x="185558" y="37147"/>
                  <ns1:pt x="192225" y="32385"/>
                  <ns1:pt x="199845" y="32385"/>
                </ns1:cubicBezTo>
                <ns1:lnTo>
                  <ns1:pt x="364628" y="32385"/>
                </ns1:lnTo>
                <ns1:cubicBezTo>
                  <ns1:pt x="372248" y="32385"/>
                  <ns1:pt x="378915" y="37147"/>
                  <ns1:pt x="380820" y="44768"/>
                </ns1:cubicBezTo>
                <ns1:lnTo>
                  <ns1:pt x="402728" y="131445"/>
                </ns1:lnTo>
                <ns1:lnTo>
                  <ns1:pt x="547508" y="131445"/>
                </ns1:lnTo>
                <ns1:cubicBezTo>
                  <ns1:pt x="553223" y="131445"/>
                  <ns1:pt x="558938" y="128588"/>
                  <ns1:pt x="561795" y="123825"/>
                </ns1:cubicBezTo>
                <ns1:cubicBezTo>
                  <ns1:pt x="564653" y="119063"/>
                  <ns1:pt x="564653" y="113347"/>
                  <ns1:pt x="562748" y="107632"/>
                </ns1:cubicBezTo>
                <ns1:lnTo>
                  <ns1:pt x="506550" y="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388" name="Google Shape;388;p29">
            <ns1:extLst>
              <ns1:ext uri="{FF2B5EF4-FFF2-40B4-BE49-F238E27FC236}">
                <ns2:creationId id="{6EA43524-3C29-466B-B9CB-8FF0D174CFAD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2943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389" name="Google Shape;389;p29">
            <ns1:extLst>
              <ns1:ext uri="{FF2B5EF4-FFF2-40B4-BE49-F238E27FC236}">
                <ns2:creationId id="{658B2089-1E53-4D7F-84D4-7A00827EEA31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2289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390" name="Google Shape;390;p29">
            <ns1:extLst>
              <ns1:ext uri="{FF2B5EF4-FFF2-40B4-BE49-F238E27FC236}">
                <ns2:creationId id="{D62DD3A3-36FE-40A1-A5B8-1F232CE337D3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514725" y="4724400"/>
            <ns1:ext cx="104775" cy="104775"/>
          </ns1:xfrm>
          <ns1:prstGeom prst="ellipse">
            <ns1:avLst/>
          </ns1:prstGeom>
          <ns1:solidFill>
            <ns1:srgbClr val="E6907D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391" name="Google Shape;391;p29">
            <ns1:extLst>
              <ns1:ext uri="{FF2B5EF4-FFF2-40B4-BE49-F238E27FC236}">
                <ns2:creationId id="{900FC1D8-0DEC-4BB9-9EE6-546DEF0C6A45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800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392" name="Google Shape;392;p29">
            <ns1:extLst>
              <ns1:ext uri="{FF2B5EF4-FFF2-40B4-BE49-F238E27FC236}">
                <ns2:creationId id="{462E9A94-F874-4CA9-A8F0-19B0B640D439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086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393" name="Google Shape;393;p29">
            <ns1:extLst>
              <ns1:ext uri="{FF2B5EF4-FFF2-40B4-BE49-F238E27FC236}">
                <ns2:creationId id="{27C51576-DFCB-4430-9591-0F5D8A27DBA2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3719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394" name="Google Shape;394;p29">
            <ns1:extLst>
              <ns1:ext uri="{FF2B5EF4-FFF2-40B4-BE49-F238E27FC236}">
                <ns2:creationId id="{E969E0E2-553B-453B-957B-1F75A5B3B6C2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6577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395" name="Google Shape;395;p29">
            <ns1:extLst>
              <ns1:ext uri="{FF2B5EF4-FFF2-40B4-BE49-F238E27FC236}">
                <ns2:creationId id="{11E85D48-3FFE-42A3-9EE7-2A1FB0371A06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943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396" name="Google Shape;396;p29">
            <ns1:extLst>
              <ns1:ext uri="{FF2B5EF4-FFF2-40B4-BE49-F238E27FC236}">
                <ns2:creationId id="{41E18A55-EA55-403F-93B4-CDF1DAD08559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229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397" name="Google Shape;397;p29">
            <ns1:extLst>
              <ns1:ext uri="{FF2B5EF4-FFF2-40B4-BE49-F238E27FC236}">
                <ns2:creationId id="{6DFD4BC8-262E-4340-9B0F-4CF8FFC52B10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5149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398" name="Google Shape;398;p29">
            <ns1:extLst>
              <ns1:ext uri="{FF2B5EF4-FFF2-40B4-BE49-F238E27FC236}">
                <ns2:creationId id="{DACC43CA-0501-4458-91F0-45D082071770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8007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399" name="Google Shape;399;p29">
            <ns1:extLst>
              <ns1:ext uri="{FF2B5EF4-FFF2-40B4-BE49-F238E27FC236}">
                <ns2:creationId id="{4C6EEC65-424D-4A34-8B15-67314638D035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086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00" name="Google Shape;400;p29">
            <ns1:extLst>
              <ns1:ext uri="{FF2B5EF4-FFF2-40B4-BE49-F238E27FC236}">
                <ns2:creationId id="{B7E0451B-EF67-48A9-9BF5-996A6FC90E4B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372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01" name="Google Shape;401;p29">
            <ns1:extLst>
              <ns1:ext uri="{FF2B5EF4-FFF2-40B4-BE49-F238E27FC236}">
                <ns2:creationId id="{85A9CCCB-9C9B-4139-B34F-0DD83265A8D8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828210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02" name="Google Shape;402;p29">
            <ns1:extLst>
              <ns1:ext uri="{FF2B5EF4-FFF2-40B4-BE49-F238E27FC236}">
                <ns2:creationId id="{2C5C8ED5-D4E9-47CA-9BA9-B92A395B65A9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120302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03" name="Google Shape;403;p29">
            <ns1:extLst>
              <ns1:ext uri="{FF2B5EF4-FFF2-40B4-BE49-F238E27FC236}">
                <ns2:creationId id="{23BC8EC3-50BC-4170-BEEC-2AF332811165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412393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04" name="Google Shape;404;p29">
            <ns1:extLst>
              <ns1:ext uri="{FF2B5EF4-FFF2-40B4-BE49-F238E27FC236}">
                <ns2:creationId id="{6E40C3C9-1417-4F9F-ADB5-8DDB34C958CF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704485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05" name="Google Shape;405;p29">
            <ns1:extLst>
              <ns1:ext uri="{FF2B5EF4-FFF2-40B4-BE49-F238E27FC236}">
                <ns2:creationId id="{8032C29E-B1D4-438B-96A8-061F0EDA930A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996577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06" name="Google Shape;406;p29">
            <ns1:extLst>
              <ns1:ext uri="{FF2B5EF4-FFF2-40B4-BE49-F238E27FC236}">
                <ns2:creationId id="{9047F568-8EF3-488C-BDB8-5226923F77D4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7288669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07" name="Google Shape;407;p29">
            <ns1:extLst>
              <ns1:ext uri="{FF2B5EF4-FFF2-40B4-BE49-F238E27FC236}">
                <ns2:creationId id="{0484B15C-DE93-4861-AC73-90CF2800202A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2657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08" name="TextBox 407"/>
          <ns0:cNvSpPr txBox="1"/>
          <ns0:nvPr/>
        </ns0:nvSpPr>
        <ns0:spPr>
          <ns1:xfrm>
            <ns1:off x="6550000" y="4880000"/>
            <ns1:ext cx="2360000" cy="200000"/>
          </ns1:xfrm>
          <ns1:prstGeom prst="rect">
            <ns1:avLst/>
          </ns1:prstGeom>
          <ns1:noFill/>
        </ns0:spPr>
        <ns0:txBody>
          <ns1:bodyPr wrap="square" anchor="t" lIns="36576" rIns="36576" tIns="36576" bIns="36576">
            <ns1:spAutoFit/>
          </ns1:bodyPr>
          <ns1:lstStyle/>
          <ns1:p>
            <ns1:pPr algn="r">
              <ns1:lnSpc>
                <ns1:spcPct val="115000"/>
              </ns1:lnSpc>
              <ns1:spcAft>
                <ns1:spcPts val="400"/>
              </ns1:spcAft>
            </ns1:pPr>
            <ns1:r>
              <ns1:rPr sz="800" b="0">
                <ns1:solidFill>
                  <ns1:srgbClr val="5A6678"/>
                </ns1:solidFill>
                <ns1:ea typeface="微软雅黑"/>
              </ns1:rPr>
              <ns1:t>Campus Agent｜AIC-2026-15513467｜5/20</ns1:t>
            </ns1:r>
          </ns1:p>
        </ns0:txBody>
      </ns0:sp>
    </ns0:spTree>
    <ns0:extLst>
      <ns0:ext uri="{BB962C8B-B14F-4D97-AF65-F5344CB8AC3E}">
        <ns3:creationId val="1008632925"/>
      </ns0:ext>
    </ns0:extLst>
  </ns0:cSld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312" name="Google Shape;312;p27">
            <ns1:extLst>
              <ns1:ext uri="{FF2B5EF4-FFF2-40B4-BE49-F238E27FC236}">
                <ns2:creationId id="{F21CFA18-565B-4325-A461-76846AFB90E7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2943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313" name="Google Shape;313;p27">
            <ns1:extLst>
              <ns1:ext uri="{FF2B5EF4-FFF2-40B4-BE49-F238E27FC236}">
                <ns2:creationId id="{119A0E1E-E5CD-4DF2-9B7D-6CD31261AB5F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2289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314" name="Google Shape;314;p27">
            <ns1:extLst>
              <ns1:ext uri="{FF2B5EF4-FFF2-40B4-BE49-F238E27FC236}">
                <ns2:creationId id="{6697187F-479D-47B7-ABEB-A3773797AB66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5147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315" name="Google Shape;315;p27">
            <ns1:extLst>
              <ns1:ext uri="{FF2B5EF4-FFF2-40B4-BE49-F238E27FC236}">
                <ns2:creationId id="{C3F9B903-9A30-417A-9281-E3DAFE0E697B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800475" y="4724400"/>
            <ns1:ext cx="104775" cy="104775"/>
          </ns1:xfrm>
          <ns1:prstGeom prst="ellipse">
            <ns1:avLst/>
          </ns1:prstGeom>
          <ns1:solidFill>
            <ns1:srgbClr val="E6907D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316" name="Google Shape;316;p27">
            <ns1:extLst>
              <ns1:ext uri="{FF2B5EF4-FFF2-40B4-BE49-F238E27FC236}">
                <ns2:creationId id="{E29C0D96-3B48-4B0D-BAE2-4A6D2AE19630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086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317" name="Google Shape;317;p27">
            <ns1:extLst>
              <ns1:ext uri="{FF2B5EF4-FFF2-40B4-BE49-F238E27FC236}">
                <ns2:creationId id="{C74AA2BD-085A-43A6-B3A4-B9A2E0B76A6E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3719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318" name="Google Shape;318;p27">
            <ns1:extLst>
              <ns1:ext uri="{FF2B5EF4-FFF2-40B4-BE49-F238E27FC236}">
                <ns2:creationId id="{E54F1A5A-8A65-4917-9401-B58C6E0C8E91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6577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319" name="Google Shape;319;p27">
            <ns1:extLst>
              <ns1:ext uri="{FF2B5EF4-FFF2-40B4-BE49-F238E27FC236}">
                <ns2:creationId id="{03F8200E-6BB8-40AB-97D0-8A30BE32894D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943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320" name="Google Shape;320;p27">
            <ns1:extLst>
              <ns1:ext uri="{FF2B5EF4-FFF2-40B4-BE49-F238E27FC236}">
                <ns2:creationId id="{CD2C18B7-48B2-4EE6-B298-EB521221FC92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229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321" name="Google Shape;321;p27">
            <ns1:extLst>
              <ns1:ext uri="{FF2B5EF4-FFF2-40B4-BE49-F238E27FC236}">
                <ns2:creationId id="{FE7ED523-6A6F-453B-AABC-F862D3533A5B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5149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322" name="Google Shape;322;p27">
            <ns1:extLst>
              <ns1:ext uri="{FF2B5EF4-FFF2-40B4-BE49-F238E27FC236}">
                <ns2:creationId id="{819F6914-2189-4A65-99ED-CB16E4206D59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8007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323" name="Google Shape;323;p27">
            <ns1:extLst>
              <ns1:ext uri="{FF2B5EF4-FFF2-40B4-BE49-F238E27FC236}">
                <ns2:creationId id="{26C61C48-622A-4959-9415-E497333E395D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086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324" name="Google Shape;324;p27">
            <ns1:extLst>
              <ns1:ext uri="{FF2B5EF4-FFF2-40B4-BE49-F238E27FC236}">
                <ns2:creationId id="{AAC3FB28-ADC0-468C-9A8B-52ACB7AFD352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372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325" name="Google Shape;325;p27">
            <ns1:extLst>
              <ns1:ext uri="{FF2B5EF4-FFF2-40B4-BE49-F238E27FC236}">
                <ns2:creationId id="{CDB364D7-199A-4655-A11C-6C49C58442A5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828210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326" name="Google Shape;326;p27">
            <ns1:extLst>
              <ns1:ext uri="{FF2B5EF4-FFF2-40B4-BE49-F238E27FC236}">
                <ns2:creationId id="{A253ACFF-AE18-4186-85BF-E814DB7F9534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120302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327" name="Google Shape;327;p27">
            <ns1:extLst>
              <ns1:ext uri="{FF2B5EF4-FFF2-40B4-BE49-F238E27FC236}">
                <ns2:creationId id="{9CFA8ED8-9C14-4359-BAC4-286A0AE05D01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412393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328" name="Google Shape;328;p27">
            <ns1:extLst>
              <ns1:ext uri="{FF2B5EF4-FFF2-40B4-BE49-F238E27FC236}">
                <ns2:creationId id="{0F66E2B8-D843-4F87-9A1A-0CF8383B0F4B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704485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329" name="Google Shape;329;p27">
            <ns1:extLst>
              <ns1:ext uri="{FF2B5EF4-FFF2-40B4-BE49-F238E27FC236}">
                <ns2:creationId id="{BFA7A9E2-74EE-47AE-93B9-2EFCEE804EA4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996577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330" name="Google Shape;330;p27">
            <ns1:extLst>
              <ns1:ext uri="{FF2B5EF4-FFF2-40B4-BE49-F238E27FC236}">
                <ns2:creationId id="{2D209F24-3140-4C12-9898-270F5771CB40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7288669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331" name="Google Shape;331;p27">
            <ns1:extLst>
              <ns1:ext uri="{FF2B5EF4-FFF2-40B4-BE49-F238E27FC236}">
                <ns2:creationId id="{58A0675D-6A7D-48F6-B88C-03D9D348D317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2657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332" name="">
            <ns1:extLst>
              <ns1:ext uri="{FF2B5EF4-FFF2-40B4-BE49-F238E27FC236}">
                <ns2:creationId id="{3597EB0E-5D46-4C36-A04C-266FA45102AA}"/>
              </ns1:ext>
            </ns1:extLst>
          </ns0:cNvPr>
          <ns0:cNvSpPr>
            <ns1:spLocks noGrp="1"/>
          </ns0:cNvSpPr>
          <ns0:nvPr/>
        </ns0:nvSpPr>
        <ns0:spPr>
          <ns1:xfrm>
            <ns1:off x="723900" y="638175"/>
            <ns1:ext cx="7715250" cy="4953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l"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l"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l"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l"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l"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l"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l"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l"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l"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algn="l"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>
                <ns1:ea typeface="微软雅黑"/>
              </ns1:rPr>
              <ns1:t>一条竞赛通知，变成今天的三件事</ns1:t>
            </ns1:r>
          </ns1:p>
        </ns0:txBody>
      </ns0:sp>
      <ns0:sp>
        <ns0:nvSpPr>
          <ns0:cNvPr id="333" name="">
            <ns1:extLst>
              <ns1:ext uri="{FF2B5EF4-FFF2-40B4-BE49-F238E27FC236}">
                <ns2:creationId id="{D32B25EB-B52C-49EF-9276-7032FD774A52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1419225"/>
            <ns1:ext cx="39052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l"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l"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l"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l"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l"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l"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l"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l"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l"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algn="l"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1">
                <ns1:solidFill>
                  <ns1:srgbClr val="538786"/>
                </ns1:solidFill>
                <ns1:latin typeface="Microsoft YaHei"/>
                <ns1:ea typeface="微软雅黑"/>
                <ns1:cs typeface="Microsoft YaHei"/>
              </ns1:rPr>
              <ns1:t>个人意图与输入</ns1:t>
            </ns1:r>
          </ns1:p>
        </ns0:txBody>
      </ns0:sp>
      <ns0:sp>
        <ns0:nvSpPr>
          <ns0:cNvPr id="334" name="">
            <ns1:extLst>
              <ns1:ext uri="{FF2B5EF4-FFF2-40B4-BE49-F238E27FC236}">
                <ns2:creationId id="{064E3EFF-EE4B-4B86-BDF9-80B40717B795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2000250"/>
            <ns1:ext cx="4048125" cy="136207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7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l">
              <ns1:defRPr sz="17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l">
              <ns1:defRPr sz="17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l">
              <ns1:defRPr sz="17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l">
              <ns1:defRPr sz="17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l">
              <ns1:defRPr sz="17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l">
              <ns1:defRPr sz="17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l">
              <ns1:defRPr sz="17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l">
              <ns1:defRPr sz="17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l">
              <ns1:defRPr sz="17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algn="l">
              <ns1:defRPr sz="17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72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目标：本学期完成一个竞赛项目</ns1:t>
            </ns1:r>
          </ns1:p>
          <ns1:p>
            <ns1:pPr algn="l">
              <ns1:defRPr sz="17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72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材料：比赛通知与报名要求</ns1:t>
            </ns1:r>
          </ns1:p>
          <ns1:p>
            <ns1:pPr algn="l">
              <ns1:defRPr sz="17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72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情境：本周课程及未完成任务</ns1:t>
            </ns1:r>
          </ns1:p>
        </ns0:txBody>
      </ns0:sp>
      <ns0:sp>
        <ns0:nvSpPr>
          <ns0:cNvPr id="335" name="">
            <ns1:extLst>
              <ns1:ext uri="{FF2B5EF4-FFF2-40B4-BE49-F238E27FC236}">
                <ns2:creationId id="{6F686B66-2C5F-43CD-A9A7-9D454C9E0CC8}"/>
              </ns1:ext>
            </ns1:extLst>
          </ns0:cNvPr>
          <ns0:cNvSpPr>
            <ns1:spLocks noGrp="1"/>
          </ns0:cNvSpPr>
          <ns0:nvPr/>
        </ns0:nvSpPr>
        <ns0:spPr>
          <ns1:xfrm>
            <ns1:off x="5276850" y="1419225"/>
            <ns1:ext cx="3095625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l"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l"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l"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l"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l"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l"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l"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l"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l"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algn="l"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1">
                <ns1:solidFill>
                  <ns1:srgbClr val="538786"/>
                </ns1:solidFill>
                <ns1:latin typeface="Microsoft YaHei"/>
                <ns1:ea typeface="微软雅黑"/>
                <ns1:cs typeface="Microsoft YaHei"/>
              </ns1:rPr>
              <ns1:t>系统形成的行动候选</ns1:t>
            </ns1:r>
          </ns1:p>
        </ns0:txBody>
      </ns0:sp>
      <ns0:sp>
        <ns0:nvSpPr>
          <ns0:cNvPr id="336" name="">
            <ns1:extLst>
              <ns1:ext uri="{FF2B5EF4-FFF2-40B4-BE49-F238E27FC236}">
                <ns2:creationId id="{B0543560-12C7-44AA-A7AC-8BE84367331E}"/>
              </ns1:ext>
            </ns1:extLst>
          </ns0:cNvPr>
          <ns0:cNvSpPr>
            <ns1:spLocks noGrp="1"/>
          </ns0:cNvSpPr>
          <ns0:nvPr/>
        </ns0:nvSpPr>
        <ns0:spPr>
          <ns1:xfrm>
            <ns1:off x="5276850" y="2000250"/>
            <ns1:ext cx="3095625" cy="13811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7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l">
              <ns1:defRPr sz="17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l">
              <ns1:defRPr sz="17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l">
              <ns1:defRPr sz="17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l">
              <ns1:defRPr sz="17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l">
              <ns1:defRPr sz="17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l">
              <ns1:defRPr sz="17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l">
              <ns1:defRPr sz="17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l">
              <ns1:defRPr sz="17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l">
              <ns1:defRPr sz="17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algn="l">
              <ns1:defRPr sz="17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72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核对报名条件与截止时间</ns1:t>
            </ns1:r>
          </ns1:p>
          <ns1:p>
            <ns1:pPr algn="l">
              <ns1:defRPr sz="17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72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整理需要提交的材料</ns1:t>
            </ns1:r>
          </ns1:p>
          <ns1:p>
            <ns1:pPr algn="l">
              <ns1:defRPr sz="17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72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确认任务后纳入每日计划</ns1:t>
            </ns1:r>
          </ns1:p>
        </ns0:txBody>
      </ns0:sp>
      <ns0:sp>
        <ns0:nvSpPr>
          <ns0:cNvPr id="337" name="">
            <ns1:extLst>
              <ns1:ext uri="{FF2B5EF4-FFF2-40B4-BE49-F238E27FC236}">
                <ns2:creationId id="{34348DDA-43C2-4BE5-9229-92574681C1B4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3762375"/>
            <ns1:ext cx="4000500" cy="381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6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l">
              <ns1:defRPr sz="16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l">
              <ns1:defRPr sz="16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l">
              <ns1:defRPr sz="16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l">
              <ns1:defRPr sz="16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l">
              <ns1:defRPr sz="16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l">
              <ns1:defRPr sz="16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l">
              <ns1:defRPr sz="16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l">
              <ns1:defRPr sz="16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l">
              <ns1:defRPr sz="16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algn="l">
              <ns1:defRPr sz="16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650" b="1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用户负责目标与关键确认</ns1:t>
            </ns1:r>
          </ns1:p>
        </ns0:txBody>
      </ns0:sp>
      <ns0:sp>
        <ns0:nvSpPr>
          <ns0:cNvPr id="338" name="">
            <ns1:extLst>
              <ns1:ext uri="{FF2B5EF4-FFF2-40B4-BE49-F238E27FC236}">
                <ns2:creationId id="{984E9A6A-E42E-4381-8C94-068FFB889DD0}"/>
              </ns1:ext>
            </ns1:extLst>
          </ns0:cNvPr>
          <ns0:cNvSpPr>
            <ns1:spLocks noGrp="1"/>
          </ns0:cNvSpPr>
          <ns0:nvPr/>
        </ns0:nvSpPr>
        <ns0:spPr>
          <ns1:xfrm>
            <ns1:off x="5276850" y="3762375"/>
            <ns1:ext cx="3095625" cy="381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1650" b="1">
                <ns1:solidFill>
                  <ns1:srgbClr val="DD4F3D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l">
              <ns1:defRPr sz="1650" b="1">
                <ns1:solidFill>
                  <ns1:srgbClr val="DD4F3D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l">
              <ns1:defRPr sz="1650" b="1">
                <ns1:solidFill>
                  <ns1:srgbClr val="DD4F3D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l">
              <ns1:defRPr sz="1650" b="1">
                <ns1:solidFill>
                  <ns1:srgbClr val="DD4F3D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l">
              <ns1:defRPr sz="1650" b="1">
                <ns1:solidFill>
                  <ns1:srgbClr val="DD4F3D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l">
              <ns1:defRPr sz="1650" b="1">
                <ns1:solidFill>
                  <ns1:srgbClr val="DD4F3D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l">
              <ns1:defRPr sz="1650" b="1">
                <ns1:solidFill>
                  <ns1:srgbClr val="DD4F3D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l">
              <ns1:defRPr sz="1650" b="1">
                <ns1:solidFill>
                  <ns1:srgbClr val="DD4F3D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l">
              <ns1:defRPr sz="1650" b="1">
                <ns1:solidFill>
                  <ns1:srgbClr val="DD4F3D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l">
              <ns1:defRPr sz="1650" b="1">
                <ns1:solidFill>
                  <ns1:srgbClr val="DD4F3D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algn="l">
              <ns1:defRPr sz="1650" b="1">
                <ns1:solidFill>
                  <ns1:srgbClr val="DD4F3D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650" b="1">
                <ns1:solidFill>
                  <ns1:srgbClr val="DD4F3D"/>
                </ns1:solidFill>
                <ns1:latin typeface="Microsoft YaHei"/>
                <ns1:ea typeface="微软雅黑"/>
                <ns1:cs typeface="Microsoft YaHei"/>
              </ns1:rPr>
              <ns1:t>系统承担整理与安排</ns1:t>
            </ns1:r>
          </ns1:p>
        </ns0:txBody>
      </ns0:sp>
      <ns0:sp>
        <ns0:nvSpPr>
          <ns0:cNvPr id="339" name="">
            <ns1:extLst>
              <ns1:ext uri="{FF2B5EF4-FFF2-40B4-BE49-F238E27FC236}">
                <ns2:creationId id="{672E5029-88E2-4ACA-9313-9887AC6F4625}"/>
              </ns1:ext>
            </ns1:extLst>
          </ns0:cNvPr>
          <ns0:cNvSpPr>
            <ns1:spLocks noGrp="1"/>
          </ns0:cNvSpPr>
          <ns0:nvPr/>
        </ns0:nvSpPr>
        <ns0:spPr>
          <ns1:xfrm>
            <ns1:off x="752475" y="4419600"/>
            <ns1:ext cx="7648575" cy="2000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975" b="0">
                <ns1:solidFill>
                  <ns1:srgbClr val="66716D"/>
                </ns1:solidFill>
                <ns1:latin typeface="Microsoft YaHei"/>
                <ns1:ea typeface="微软雅黑"/>
                <ns1:cs typeface="Microsoft YaHei"/>
              </ns1:rPr>
              <ns1:t>业务链路示意，非真实模型效果记录；外部报名与材料提交由用户完成</ns1:t>
            </ns1:r>
          </ns1:p>
        </ns0:txBody>
      </ns0:sp>
      <ns0:sp>
        <ns0:nvSpPr>
          <ns0:cNvPr id="340" name="TextBox 339"/>
          <ns0:cNvSpPr txBox="1"/>
          <ns0:nvPr/>
        </ns0:nvSpPr>
        <ns0:spPr>
          <ns1:xfrm>
            <ns1:off x="6550000" y="4880000"/>
            <ns1:ext cx="2360000" cy="200000"/>
          </ns1:xfrm>
          <ns1:prstGeom prst="rect">
            <ns1:avLst/>
          </ns1:prstGeom>
          <ns1:noFill/>
        </ns0:spPr>
        <ns0:txBody>
          <ns1:bodyPr wrap="square" anchor="t" lIns="36576" rIns="36576" tIns="36576" bIns="36576">
            <ns1:spAutoFit/>
          </ns1:bodyPr>
          <ns1:lstStyle/>
          <ns1:p>
            <ns1:pPr algn="r">
              <ns1:lnSpc>
                <ns1:spcPct val="115000"/>
              </ns1:lnSpc>
              <ns1:spcAft>
                <ns1:spcPts val="400"/>
              </ns1:spcAft>
            </ns1:pPr>
            <ns1:r>
              <ns1:rPr sz="800" b="0">
                <ns1:solidFill>
                  <ns1:srgbClr val="5A6678"/>
                </ns1:solidFill>
                <ns1:ea typeface="微软雅黑"/>
              </ns1:rPr>
              <ns1:t>Campus Agent｜AIC-2026-15513467｜6/20</ns1:t>
            </ns1:r>
          </ns1:p>
        </ns0:txBody>
      </ns0:sp>
    </ns0:spTree>
    <ns0:extLst>
      <ns0:ext uri="{BB962C8B-B14F-4D97-AF65-F5344CB8AC3E}">
        <ns3:creationId val="245801194"/>
      </ns0:ext>
    </ns0:extLst>
  </ns0:cSld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522" name="Google Shape;522;p32">
            <ns1:extLst>
              <ns1:ext uri="{FF2B5EF4-FFF2-40B4-BE49-F238E27FC236}">
                <ns2:creationId id="{C43ABC34-BCA4-43FA-9F1E-028AEC9B5B97}"/>
              </ns1:ext>
            </ns1:extLst>
          </ns0:cNvPr>
          <ns0:cNvSpPr>
            <ns1:spLocks noGrp="1"/>
          </ns0:cNvSpPr>
          <ns0:nvPr>
            <ns0:ph type="title" idx="0"/>
          </ns0:nvPr>
        </ns0:nvSpPr>
        <ns0:spPr>
          <ns1:xfrm>
            <ns1:off x="723900" y="638175"/>
            <ns1:ext cx="7715250" cy="504825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>
                <ns1:ea typeface="微软雅黑"/>
              </ns1:rPr>
              <ns1:t>建议能不能用，取决于上下文</ns1:t>
            </ns1:r>
            <ns1:endParaRPr/>
          </ns1:p>
        </ns0:txBody>
      </ns0:sp>
      <ns0:sp>
        <ns0:nvSpPr>
          <ns0:cNvPr id="523" name="Google Shape;523;p32">
            <ns1:extLst>
              <ns1:ext uri="{FF2B5EF4-FFF2-40B4-BE49-F238E27FC236}">
                <ns2:creationId id="{02223CE7-7B69-49F1-AB7D-597A8F40420E}"/>
              </ns1:ext>
            </ns1:extLst>
          </ns0:cNvPr>
          <ns0:cNvSpPr>
            <ns1:spLocks noGrp="1"/>
          </ns0:cNvSpPr>
          <ns0:nvPr>
            <ns0:ph type="subTitle" idx="1"/>
          </ns0:nvPr>
        </ns0:nvSpPr>
        <ns0:spPr>
          <ns1:xfrm>
            <ns1:off x="801000" y="1753075"/>
            <ns1:ext cx="2333700" cy="847725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维护需要参考的背景</ns1:t>
            </ns1:r>
            <ns1:endParaRPr/>
          </ns1:p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明确用户当前目标</ns1:t>
            </ns1:r>
            <ns1:endParaRPr/>
          </ns1:p>
        </ns0:txBody>
      </ns0:sp>
      <ns0:sp>
        <ns0:nvSpPr>
          <ns0:cNvPr id="524" name="Google Shape;524;p32">
            <ns1:extLst>
              <ns1:ext uri="{FF2B5EF4-FFF2-40B4-BE49-F238E27FC236}">
                <ns2:creationId id="{27E0DD88-CB05-4269-8A80-F6D73927B052}"/>
              </ns1:ext>
            </ns1:extLst>
          </ns0:cNvPr>
          <ns0:cNvSpPr>
            <ns1:spLocks noGrp="1"/>
          </ns0:cNvSpPr>
          <ns0:nvPr>
            <ns0:ph type="subTitle" idx="2"/>
          </ns0:nvPr>
        </ns0:nvSpPr>
        <ns0:spPr>
          <ns1:xfrm>
            <ns1:off x="3410347" y="1753079"/>
            <ns1:ext cx="2319600" cy="847725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固定课程优先保留</ns1:t>
            </ns1:r>
            <ns1:endParaRPr/>
          </ns1:p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识别可安排时间</ns1:t>
            </ns1:r>
            <ns1:endParaRPr/>
          </ns1:p>
        </ns0:txBody>
      </ns0:sp>
      <ns0:sp>
        <ns0:nvSpPr>
          <ns0:cNvPr id="525" name="Google Shape;525;p32">
            <ns1:extLst>
              <ns1:ext uri="{FF2B5EF4-FFF2-40B4-BE49-F238E27FC236}">
                <ns2:creationId id="{B65BA951-D275-4376-A9FD-A4D69773F64E}"/>
              </ns1:ext>
            </ns1:extLst>
          </ns0:cNvPr>
          <ns0:cNvSpPr>
            <ns1:spLocks noGrp="1"/>
          </ns0:cNvSpPr>
          <ns0:nvPr>
            <ns0:ph type="subTitle" idx="3"/>
          </ns0:nvPr>
        </ns0:nvSpPr>
        <ns0:spPr>
          <ns1:xfrm>
            <ns1:off x="801075" y="3298725"/>
            <ns1:ext cx="2333700" cy="847725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读取当前完成情况</ns1:t>
            </ns1:r>
            <ns1:endParaRPr/>
          </ns1:p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减少过时任务引用</ns1:t>
            </ns1:r>
            <ns1:endParaRPr/>
          </ns1:p>
        </ns0:txBody>
      </ns0:sp>
      <ns0:sp>
        <ns0:nvSpPr>
          <ns0:cNvPr id="526" name="Google Shape;526;p32">
            <ns1:extLst>
              <ns1:ext uri="{FF2B5EF4-FFF2-40B4-BE49-F238E27FC236}">
                <ns2:creationId id="{9E7C7CF8-B488-425A-8843-CAD9D648758B}"/>
              </ns1:ext>
            </ns1:extLst>
          </ns0:cNvPr>
          <ns0:cNvSpPr>
            <ns1:spLocks noGrp="1"/>
          </ns0:cNvSpPr>
          <ns0:nvPr>
            <ns0:ph type="subTitle" idx="4"/>
          </ns0:nvPr>
        </ns0:nvSpPr>
        <ns0:spPr>
          <ns1:xfrm>
            <ns1:off x="3410348" y="3298726"/>
            <ns1:ext cx="2319600" cy="847725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读取已有计划</ns1:t>
            </ns1:r>
            <ns1:endParaRPr/>
          </ns1:p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数据变化后按需重算</ns1:t>
            </ns1:r>
            <ns1:endParaRPr/>
          </ns1:p>
        </ns0:txBody>
      </ns0:sp>
      <ns0:sp>
        <ns0:nvSpPr>
          <ns0:cNvPr id="527" name="Google Shape;527;p32">
            <ns1:extLst>
              <ns1:ext uri="{FF2B5EF4-FFF2-40B4-BE49-F238E27FC236}">
                <ns2:creationId id="{E76994AF-6D18-4F07-B0C2-3671AC5D0A88}"/>
              </ns1:ext>
            </ns1:extLst>
          </ns0:cNvPr>
          <ns0:cNvSpPr>
            <ns1:spLocks noGrp="1"/>
          </ns0:cNvSpPr>
          <ns0:nvPr>
            <ns0:ph type="subTitle" idx="7"/>
          </ns0:nvPr>
        </ns0:nvSpPr>
        <ns0:spPr>
          <ns1:xfrm>
            <ns1:off x="800875" y="1371775"/>
            <ns1:ext cx="2333700" cy="460800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1">
                <ns1:solidFill>
                  <ns1:srgbClr val="538786"/>
                </ns1:solidFill>
                <ns1:latin typeface="Microsoft YaHei"/>
                <ns1:ea typeface="微软雅黑"/>
                <ns1:cs typeface="Microsoft YaHei"/>
              </ns1:rPr>
              <ns1:t>目标与档案</ns1:t>
            </ns1:r>
            <ns1:endParaRPr/>
          </ns1:p>
        </ns0:txBody>
      </ns0:sp>
      <ns0:sp>
        <ns0:nvSpPr>
          <ns0:cNvPr id="528" name="Google Shape;528;p32">
            <ns1:extLst>
              <ns1:ext uri="{FF2B5EF4-FFF2-40B4-BE49-F238E27FC236}">
                <ns2:creationId id="{A0038E69-C481-46EB-AF6C-8FFA61BD29D2}"/>
              </ns1:ext>
            </ns1:extLst>
          </ns0:cNvPr>
          <ns0:cNvSpPr>
            <ns1:spLocks noGrp="1"/>
          </ns0:cNvSpPr>
          <ns0:nvPr>
            <ns0:ph type="subTitle" idx="8"/>
          </ns0:nvPr>
        </ns0:nvSpPr>
        <ns0:spPr>
          <ns1:xfrm>
            <ns1:off x="3417192" y="1371775"/>
            <ns1:ext cx="2310600" cy="460800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1">
                <ns1:solidFill>
                  <ns1:srgbClr val="538786"/>
                </ns1:solidFill>
                <ns1:latin typeface="Microsoft YaHei"/>
                <ns1:ea typeface="微软雅黑"/>
                <ns1:cs typeface="Microsoft YaHei"/>
              </ns1:rPr>
              <ns1:t>课程约束</ns1:t>
            </ns1:r>
            <ns1:endParaRPr/>
          </ns1:p>
        </ns0:txBody>
      </ns0:sp>
      <ns0:sp>
        <ns0:nvSpPr>
          <ns0:cNvPr id="529" name="Google Shape;529;p32">
            <ns1:extLst>
              <ns1:ext uri="{FF2B5EF4-FFF2-40B4-BE49-F238E27FC236}">
                <ns2:creationId id="{3B843B40-773B-4993-BC64-489C5C0892D8}"/>
              </ns1:ext>
            </ns1:extLst>
          </ns0:cNvPr>
          <ns0:cNvSpPr>
            <ns1:spLocks noGrp="1"/>
          </ns0:cNvSpPr>
          <ns0:nvPr>
            <ns0:ph type="subTitle" idx="9"/>
          </ns0:nvPr>
        </ns0:nvSpPr>
        <ns0:spPr>
          <ns1:xfrm>
            <ns1:off x="6003225" y="1371775"/>
            <ns1:ext cx="2328900" cy="460800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1">
                <ns1:solidFill>
                  <ns1:srgbClr val="538786"/>
                </ns1:solidFill>
                <ns1:latin typeface="Microsoft YaHei"/>
                <ns1:ea typeface="微软雅黑"/>
                <ns1:cs typeface="Microsoft YaHei"/>
              </ns1:rPr>
              <ns1:t>长期记忆</ns1:t>
            </ns1:r>
            <ns1:endParaRPr/>
          </ns1:p>
        </ns0:txBody>
      </ns0:sp>
      <ns0:sp>
        <ns0:nvSpPr>
          <ns0:cNvPr id="530" name="Google Shape;530;p32">
            <ns1:extLst>
              <ns1:ext uri="{FF2B5EF4-FFF2-40B4-BE49-F238E27FC236}">
                <ns2:creationId id="{FD131DA9-84A7-4ABF-841F-EE48C0F28B09}"/>
              </ns1:ext>
            </ns1:extLst>
          </ns0:cNvPr>
          <ns0:cNvSpPr>
            <ns1:spLocks noGrp="1"/>
          </ns0:cNvSpPr>
          <ns0:nvPr>
            <ns0:ph type="subTitle" idx="5"/>
          </ns0:nvPr>
        </ns0:nvSpPr>
        <ns0:spPr>
          <ns1:xfrm>
            <ns1:off x="6007901" y="1753080"/>
            <ns1:ext cx="2328900" cy="847725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支持修正、归档与删除</ns1:t>
            </ns1:r>
            <ns1:endParaRPr/>
          </ns1:p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保留持续使用的信息</ns1:t>
            </ns1:r>
            <ns1:endParaRPr/>
          </ns1:p>
        </ns0:txBody>
      </ns0:sp>
      <ns0:sp>
        <ns0:nvSpPr>
          <ns0:cNvPr id="531" name="Google Shape;531;p32">
            <ns1:extLst>
              <ns1:ext uri="{FF2B5EF4-FFF2-40B4-BE49-F238E27FC236}">
                <ns2:creationId id="{21A4C591-7D13-4B53-91DE-0F4E2306B7D4}"/>
              </ns1:ext>
            </ns1:extLst>
          </ns0:cNvPr>
          <ns0:cNvSpPr>
            <ns1:spLocks noGrp="1"/>
          </ns0:cNvSpPr>
          <ns0:nvPr>
            <ns0:ph type="subTitle" idx="6"/>
          </ns0:nvPr>
        </ns0:nvSpPr>
        <ns0:spPr>
          <ns1:xfrm>
            <ns1:off x="6007902" y="3298726"/>
            <ns1:ext cx="2328900" cy="847725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记录模型使用与费用</ns1:t>
            </ns1:r>
            <ns1:endParaRPr/>
          </ns1:p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控制调用和月度预算</ns1:t>
            </ns1:r>
            <ns1:endParaRPr/>
          </ns1:p>
        </ns0:txBody>
      </ns0:sp>
      <ns0:sp>
        <ns0:nvSpPr>
          <ns0:cNvPr id="532" name="Google Shape;532;p32">
            <ns1:extLst>
              <ns1:ext uri="{FF2B5EF4-FFF2-40B4-BE49-F238E27FC236}">
                <ns2:creationId id="{5C8E14ED-467A-42D8-A907-FC09BD65946A}"/>
              </ns1:ext>
            </ns1:extLst>
          </ns0:cNvPr>
          <ns0:cNvSpPr>
            <ns1:spLocks noGrp="1"/>
          </ns0:cNvSpPr>
          <ns0:nvPr>
            <ns0:ph type="subTitle" idx="13"/>
          </ns0:nvPr>
        </ns0:nvSpPr>
        <ns0:spPr>
          <ns1:xfrm>
            <ns1:off x="801075" y="2917575"/>
            <ns1:ext cx="2333700" cy="460800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1">
                <ns1:solidFill>
                  <ns1:srgbClr val="538786"/>
                </ns1:solidFill>
                <ns1:latin typeface="Microsoft YaHei"/>
                <ns1:ea typeface="微软雅黑"/>
                <ns1:cs typeface="Microsoft YaHei"/>
              </ns1:rPr>
              <ns1:t>任务状态</ns1:t>
            </ns1:r>
            <ns1:endParaRPr/>
          </ns1:p>
        </ns0:txBody>
      </ns0:sp>
      <ns0:sp>
        <ns0:nvSpPr>
          <ns0:cNvPr id="533" name="Google Shape;533;p32">
            <ns1:extLst>
              <ns1:ext uri="{FF2B5EF4-FFF2-40B4-BE49-F238E27FC236}">
                <ns2:creationId id="{15504535-4D94-468E-96C6-DBA69538270C}"/>
              </ns1:ext>
            </ns1:extLst>
          </ns0:cNvPr>
          <ns0:cNvSpPr>
            <ns1:spLocks noGrp="1"/>
          </ns0:cNvSpPr>
          <ns0:nvPr>
            <ns0:ph type="subTitle" idx="14"/>
          </ns0:nvPr>
        </ns0:nvSpPr>
        <ns0:spPr>
          <ns1:xfrm>
            <ns1:off x="3417189" y="2917574"/>
            <ns1:ext cx="2310600" cy="460800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1">
                <ns1:solidFill>
                  <ns1:srgbClr val="538786"/>
                </ns1:solidFill>
                <ns1:latin typeface="Microsoft YaHei"/>
                <ns1:ea typeface="微软雅黑"/>
                <ns1:cs typeface="Microsoft YaHei"/>
              </ns1:rPr>
              <ns1:t>计划缓存</ns1:t>
            </ns1:r>
            <ns1:endParaRPr/>
          </ns1:p>
        </ns0:txBody>
      </ns0:sp>
      <ns0:sp>
        <ns0:nvSpPr>
          <ns0:cNvPr id="534" name="Google Shape;534;p32">
            <ns1:extLst>
              <ns1:ext uri="{FF2B5EF4-FFF2-40B4-BE49-F238E27FC236}">
                <ns2:creationId id="{15CFFC5E-E48D-4254-A14A-5E5D125FDAAC}"/>
              </ns1:ext>
            </ns1:extLst>
          </ns0:cNvPr>
          <ns0:cNvSpPr>
            <ns1:spLocks noGrp="1"/>
          </ns0:cNvSpPr>
          <ns0:nvPr>
            <ns0:ph type="subTitle" idx="15"/>
          </ns0:nvPr>
        </ns0:nvSpPr>
        <ns0:spPr>
          <ns1:xfrm>
            <ns1:off x="6012490" y="2917575"/>
            <ns1:ext cx="2319600" cy="460800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1">
                <ns1:solidFill>
                  <ns1:srgbClr val="538786"/>
                </ns1:solidFill>
                <ns1:latin typeface="Microsoft YaHei"/>
                <ns1:ea typeface="微软雅黑"/>
                <ns1:cs typeface="Microsoft YaHei"/>
              </ns1:rPr>
              <ns1:t>调用预算</ns1:t>
            </ns1:r>
            <ns1:endParaRPr/>
          </ns1:p>
        </ns0:txBody>
      </ns0:sp>
      <ns0:sp>
        <ns0:nvSpPr>
          <ns0:cNvPr id="536" name="Google Shape;536;p32">
            <ns1:extLst>
              <ns1:ext uri="{FF2B5EF4-FFF2-40B4-BE49-F238E27FC236}">
                <ns2:creationId id="{FE3C1351-856C-4157-BA0D-58678A3FBD54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2943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37" name="Google Shape;537;p32">
            <ns1:extLst>
              <ns1:ext uri="{FF2B5EF4-FFF2-40B4-BE49-F238E27FC236}">
                <ns2:creationId id="{629CEEE2-5AB3-4124-8F9B-3B97A403D073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2289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38" name="Google Shape;538;p32">
            <ns1:extLst>
              <ns1:ext uri="{FF2B5EF4-FFF2-40B4-BE49-F238E27FC236}">
                <ns2:creationId id="{DFA27950-9E5D-4718-99E6-2C8D8DC860D1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5147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39" name="Google Shape;539;p32">
            <ns1:extLst>
              <ns1:ext uri="{FF2B5EF4-FFF2-40B4-BE49-F238E27FC236}">
                <ns2:creationId id="{DA280E6D-2077-41B0-B285-17D02083137B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800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40" name="Google Shape;540;p32">
            <ns1:extLst>
              <ns1:ext uri="{FF2B5EF4-FFF2-40B4-BE49-F238E27FC236}">
                <ns2:creationId id="{E0B8F5AD-EC42-4071-9CA4-341E2DA76FFA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086225" y="4724400"/>
            <ns1:ext cx="104775" cy="104775"/>
          </ns1:xfrm>
          <ns1:prstGeom prst="ellipse">
            <ns1:avLst/>
          </ns1:prstGeom>
          <ns1:solidFill>
            <ns1:srgbClr val="E6907D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41" name="Google Shape;541;p32">
            <ns1:extLst>
              <ns1:ext uri="{FF2B5EF4-FFF2-40B4-BE49-F238E27FC236}">
                <ns2:creationId id="{6139740F-7D56-4EA8-BC8E-B4DFBB623D51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3719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42" name="Google Shape;542;p32">
            <ns1:extLst>
              <ns1:ext uri="{FF2B5EF4-FFF2-40B4-BE49-F238E27FC236}">
                <ns2:creationId id="{39C2CFDE-FED6-4D7A-8447-2E8F682108C4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6577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43" name="Google Shape;543;p32">
            <ns1:extLst>
              <ns1:ext uri="{FF2B5EF4-FFF2-40B4-BE49-F238E27FC236}">
                <ns2:creationId id="{4724D951-8174-43C1-B3BE-F6703EBD6236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943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44" name="Google Shape;544;p32">
            <ns1:extLst>
              <ns1:ext uri="{FF2B5EF4-FFF2-40B4-BE49-F238E27FC236}">
                <ns2:creationId id="{98004E7B-B33D-4901-ADAC-9E19261F7D92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229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45" name="Google Shape;545;p32">
            <ns1:extLst>
              <ns1:ext uri="{FF2B5EF4-FFF2-40B4-BE49-F238E27FC236}">
                <ns2:creationId id="{2D45DCCE-6AE3-4821-ABE2-F1BE8D170B46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5149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46" name="Google Shape;546;p32">
            <ns1:extLst>
              <ns1:ext uri="{FF2B5EF4-FFF2-40B4-BE49-F238E27FC236}">
                <ns2:creationId id="{12CFAEC1-601E-4470-8FA8-330694196E91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8007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47" name="Google Shape;547;p32">
            <ns1:extLst>
              <ns1:ext uri="{FF2B5EF4-FFF2-40B4-BE49-F238E27FC236}">
                <ns2:creationId id="{0002D84C-B96D-4395-8329-0AEF8DE6A9AE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086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48" name="Google Shape;548;p32">
            <ns1:extLst>
              <ns1:ext uri="{FF2B5EF4-FFF2-40B4-BE49-F238E27FC236}">
                <ns2:creationId id="{A8D2E6E3-3BFC-419B-B0DE-B11E5284BE3E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372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49" name="Google Shape;549;p32">
            <ns1:extLst>
              <ns1:ext uri="{FF2B5EF4-FFF2-40B4-BE49-F238E27FC236}">
                <ns2:creationId id="{57EF033A-BBBD-4CA9-9D75-FD5E78C92D2F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828210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50" name="Google Shape;550;p32">
            <ns1:extLst>
              <ns1:ext uri="{FF2B5EF4-FFF2-40B4-BE49-F238E27FC236}">
                <ns2:creationId id="{62F23FC1-1DF5-47E9-9035-E06B394172C3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120302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51" name="Google Shape;551;p32">
            <ns1:extLst>
              <ns1:ext uri="{FF2B5EF4-FFF2-40B4-BE49-F238E27FC236}">
                <ns2:creationId id="{3F61B9FB-33B5-4F0A-89D8-C91E536E0565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412393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52" name="Google Shape;552;p32">
            <ns1:extLst>
              <ns1:ext uri="{FF2B5EF4-FFF2-40B4-BE49-F238E27FC236}">
                <ns2:creationId id="{CC3C2EAF-1E9C-4752-B232-3578E87DFC74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704485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53" name="Google Shape;553;p32">
            <ns1:extLst>
              <ns1:ext uri="{FF2B5EF4-FFF2-40B4-BE49-F238E27FC236}">
                <ns2:creationId id="{134B9E77-7EC1-453F-9149-7669F3B4398F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996577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54" name="Google Shape;554;p32">
            <ns1:extLst>
              <ns1:ext uri="{FF2B5EF4-FFF2-40B4-BE49-F238E27FC236}">
                <ns2:creationId id="{20359103-8F67-4822-8B0D-E12008BF261C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7288669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55" name="Google Shape;555;p32">
            <ns1:extLst>
              <ns1:ext uri="{FF2B5EF4-FFF2-40B4-BE49-F238E27FC236}">
                <ns2:creationId id="{61639F52-5451-4DAC-B3D5-2DEE27566E42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2657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56" name="TextBox 555"/>
          <ns0:cNvSpPr txBox="1"/>
          <ns0:nvPr/>
        </ns0:nvSpPr>
        <ns0:spPr>
          <ns1:xfrm>
            <ns1:off x="6550000" y="4880000"/>
            <ns1:ext cx="2360000" cy="200000"/>
          </ns1:xfrm>
          <ns1:prstGeom prst="rect">
            <ns1:avLst/>
          </ns1:prstGeom>
          <ns1:noFill/>
        </ns0:spPr>
        <ns0:txBody>
          <ns1:bodyPr wrap="square" anchor="t" lIns="36576" rIns="36576" tIns="36576" bIns="36576">
            <ns1:spAutoFit/>
          </ns1:bodyPr>
          <ns1:lstStyle/>
          <ns1:p>
            <ns1:pPr algn="r">
              <ns1:lnSpc>
                <ns1:spcPct val="115000"/>
              </ns1:lnSpc>
              <ns1:spcAft>
                <ns1:spcPts val="400"/>
              </ns1:spcAft>
            </ns1:pPr>
            <ns1:r>
              <ns1:rPr sz="800" b="0">
                <ns1:solidFill>
                  <ns1:srgbClr val="5A6678"/>
                </ns1:solidFill>
                <ns1:ea typeface="微软雅黑"/>
              </ns1:rPr>
              <ns1:t>Campus Agent｜AIC-2026-15513467｜7/20</ns1:t>
            </ns1:r>
          </ns1:p>
        </ns0:txBody>
      </ns0:sp>
    </ns0:spTree>
    <ns0:extLst>
      <ns0:ext uri="{BB962C8B-B14F-4D97-AF65-F5344CB8AC3E}">
        <ns3:creationId val="76406695"/>
      </ns0:ext>
    </ns0:extLst>
  </ns0:cSld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457" name="Google Shape;457;p31">
            <ns1:extLst>
              <ns1:ext uri="{FF2B5EF4-FFF2-40B4-BE49-F238E27FC236}">
                <ns2:creationId id="{8D069CE1-85FD-4C80-A676-5C471A5C7503}"/>
              </ns1:ext>
            </ns1:extLst>
          </ns0:cNvPr>
          <ns0:cNvSpPr>
            <ns1:spLocks noGrp="1"/>
          </ns0:cNvSpPr>
          <ns0:nvPr>
            <ns0:ph type="subTitle" idx="6"/>
          </ns0:nvPr>
        </ns0:nvSpPr>
        <ns0:spPr>
          <ns1:xfrm>
            <ns1:off x="1685925" y="3048000"/>
            <ns1:ext cx="2857500" cy="352425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00" b="1">
                <ns1:solidFill>
                  <ns1:srgbClr val="538786"/>
                </ns1:solidFill>
                <ns1:latin typeface="Microsoft YaHei"/>
                <ns1:ea typeface="微软雅黑"/>
                <ns1:cs typeface="Microsoft YaHei"/>
              </ns1:rPr>
              <ns1:t>已实现：记忆与治理</ns1:t>
            </ns1:r>
            <ns1:endParaRPr/>
          </ns1:p>
        </ns0:txBody>
      </ns0:sp>
      <ns0:sp>
        <ns0:nvSpPr>
          <ns0:cNvPr id="458" name="Google Shape;458;p31">
            <ns1:extLst>
              <ns1:ext uri="{FF2B5EF4-FFF2-40B4-BE49-F238E27FC236}">
                <ns2:creationId id="{A2ADC81F-C0B3-4E10-B502-48DF5A328FD1}"/>
              </ns1:ext>
            </ns1:extLst>
          </ns0:cNvPr>
          <ns0:cNvSpPr>
            <ns1:spLocks noGrp="1"/>
          </ns0:cNvSpPr>
          <ns0:nvPr>
            <ns0:ph type="title" idx="0"/>
          </ns0:nvPr>
        </ns0:nvSpPr>
        <ns0:spPr>
          <ns1:xfrm>
            <ns1:off x="723900" y="638175"/>
            <ns1:ext cx="7715250" cy="504825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>
                <ns1:ea typeface="微软雅黑"/>
              </ns1:rPr>
              <ns1:t>已实现的是记忆与治理，不是全面自主</ns1:t>
            </ns1:r>
            <ns1:endParaRPr/>
          </ns1:p>
        </ns0:txBody>
      </ns0:sp>
      <ns0:sp>
        <ns0:nvSpPr>
          <ns0:cNvPr id="459" name="Google Shape;459;p31">
            <ns1:extLst>
              <ns1:ext uri="{FF2B5EF4-FFF2-40B4-BE49-F238E27FC236}">
                <ns2:creationId id="{C8515B60-0439-4892-BB30-94D1BDBB445F}"/>
              </ns1:ext>
            </ns1:extLst>
          </ns0:cNvPr>
          <ns0:cNvSpPr>
            <ns1:spLocks noGrp="1"/>
          </ns0:cNvSpPr>
          <ns0:nvPr>
            <ns0:ph type="subTitle" idx="1"/>
          </ns0:nvPr>
        </ns0:nvSpPr>
        <ns0:spPr>
          <ns1:xfrm>
            <ns1:off x="1685925" y="1971675"/>
            <ns1:ext cx="2857500" cy="866775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用户主动提供校园信息</ns1:t>
            </ns1:r>
            <ns1:endParaRPr/>
          </ns1:p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形成可核对的任务草稿</ns1:t>
            </ns1:r>
            <ns1:endParaRPr/>
          </ns1:p>
        </ns0:txBody>
      </ns0:sp>
      <ns0:sp>
        <ns0:nvSpPr>
          <ns0:cNvPr id="460" name="Google Shape;460;p31">
            <ns1:extLst>
              <ns1:ext uri="{FF2B5EF4-FFF2-40B4-BE49-F238E27FC236}">
                <ns2:creationId id="{6E326963-15BE-418F-860D-7747814F2C4D}"/>
              </ns1:ext>
            </ns1:extLst>
          </ns0:cNvPr>
          <ns0:cNvSpPr>
            <ns1:spLocks noGrp="1"/>
          </ns0:cNvSpPr>
          <ns0:nvPr>
            <ns0:ph type="subTitle" idx="2"/>
          </ns0:nvPr>
        </ns0:nvSpPr>
        <ns0:spPr>
          <ns1:xfrm>
            <ns1:off x="5572125" y="1971675"/>
            <ns1:ext cx="2857500" cy="866775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确认保存、任务状态管理</ns1:t>
            </ns1:r>
            <ns1:endParaRPr/>
          </ns1:p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课表约束与计划校验</ns1:t>
            </ns1:r>
            <ns1:endParaRPr/>
          </ns1:p>
        </ns0:txBody>
      </ns0:sp>
      <ns0:sp>
        <ns0:nvSpPr>
          <ns0:cNvPr id="461" name="Google Shape;461;p31">
            <ns1:extLst>
              <ns1:ext uri="{FF2B5EF4-FFF2-40B4-BE49-F238E27FC236}">
                <ns2:creationId id="{255194A5-92DE-4B70-A560-2835DB0DAE62}"/>
              </ns1:ext>
            </ns1:extLst>
          </ns0:cNvPr>
          <ns0:cNvSpPr>
            <ns1:spLocks noGrp="1"/>
          </ns0:cNvSpPr>
          <ns0:nvPr>
            <ns0:ph type="subTitle" idx="3"/>
          </ns0:nvPr>
        </ns0:nvSpPr>
        <ns0:spPr>
          <ns1:xfrm>
            <ns1:off x="1685925" y="3524250"/>
            <ns1:ext cx="2857500" cy="866775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档案、长期记忆与计划缓存</ns1:t>
            </ns1:r>
            <ns1:endParaRPr/>
          </ns1:p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调用计量及预算管理</ns1:t>
            </ns1:r>
            <ns1:endParaRPr/>
          </ns1:p>
        </ns0:txBody>
      </ns0:sp>
      <ns0:sp>
        <ns0:nvSpPr>
          <ns0:cNvPr id="462" name="Google Shape;462;p31">
            <ns1:extLst>
              <ns1:ext uri="{FF2B5EF4-FFF2-40B4-BE49-F238E27FC236}">
                <ns2:creationId id="{8B87B1A6-6CD9-4509-BEBD-73D0A3598D06}"/>
              </ns1:ext>
            </ns1:extLst>
          </ns0:cNvPr>
          <ns0:cNvSpPr>
            <ns1:spLocks noGrp="1"/>
          </ns0:cNvSpPr>
          <ns0:nvPr>
            <ns0:ph type="subTitle" idx="4"/>
          </ns0:nvPr>
        </ns0:nvSpPr>
        <ns0:spPr>
          <ns1:xfrm>
            <ns1:off x="5572125" y="3524250"/>
            <ns1:ext cx="2857500" cy="866775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持续机会发现与定时跟进</ns1:t>
            </ns1:r>
            <ns1:endParaRPr/>
          </ns1:p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跨系统操作需进一步验证</ns1:t>
            </ns1:r>
            <ns1:endParaRPr/>
          </ns1:p>
        </ns0:txBody>
      </ns0:sp>
      <ns0:sp>
        <ns0:nvSpPr>
          <ns0:cNvPr id="463" name="Google Shape;463;p31">
            <ns1:extLst>
              <ns1:ext uri="{FF2B5EF4-FFF2-40B4-BE49-F238E27FC236}">
                <ns2:creationId id="{0A9AD9CF-EAE9-42FC-9B6B-56BCBD2794EF}"/>
              </ns1:ext>
            </ns1:extLst>
          </ns0:cNvPr>
          <ns0:cNvSpPr>
            <ns1:spLocks noGrp="1"/>
          </ns0:cNvSpPr>
          <ns0:nvPr>
            <ns0:ph type="subTitle" idx="5"/>
          </ns0:nvPr>
        </ns0:nvSpPr>
        <ns0:spPr>
          <ns1:xfrm>
            <ns1:off x="1685925" y="1495425"/>
            <ns1:ext cx="2857500" cy="352425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00" b="1">
                <ns1:solidFill>
                  <ns1:srgbClr val="538786"/>
                </ns1:solidFill>
                <ns1:latin typeface="Microsoft YaHei"/>
                <ns1:ea typeface="微软雅黑"/>
                <ns1:cs typeface="Microsoft YaHei"/>
              </ns1:rPr>
              <ns1:t>已实现：材料处理</ns1:t>
            </ns1:r>
            <ns1:endParaRPr/>
          </ns1:p>
        </ns0:txBody>
      </ns0:sp>
      <ns0:sp>
        <ns0:nvSpPr>
          <ns0:cNvPr id="464" name="Google Shape;464;p31">
            <ns1:extLst>
              <ns1:ext uri="{FF2B5EF4-FFF2-40B4-BE49-F238E27FC236}">
                <ns2:creationId id="{8850B948-0546-4935-8351-197E52E5EC24}"/>
              </ns1:ext>
            </ns1:extLst>
          </ns0:cNvPr>
          <ns0:cNvSpPr>
            <ns1:spLocks noGrp="1"/>
          </ns0:cNvSpPr>
          <ns0:nvPr>
            <ns0:ph type="subTitle" idx="7"/>
          </ns0:nvPr>
        </ns0:nvSpPr>
        <ns0:spPr>
          <ns1:xfrm>
            <ns1:off x="5572125" y="1495425"/>
            <ns1:ext cx="2857500" cy="352425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00" b="1">
                <ns1:solidFill>
                  <ns1:srgbClr val="538786"/>
                </ns1:solidFill>
                <ns1:latin typeface="Microsoft YaHei"/>
                <ns1:ea typeface="微软雅黑"/>
                <ns1:cs typeface="Microsoft YaHei"/>
              </ns1:rPr>
              <ns1:t>已实现：任务与计划</ns1:t>
            </ns1:r>
            <ns1:endParaRPr/>
          </ns1:p>
        </ns0:txBody>
      </ns0:sp>
      <ns0:sp>
        <ns0:nvSpPr>
          <ns0:cNvPr id="465" name="Google Shape;465;p31">
            <ns1:extLst>
              <ns1:ext uri="{FF2B5EF4-FFF2-40B4-BE49-F238E27FC236}">
                <ns2:creationId id="{BA034BC5-CFEF-4FA9-93D4-F71F4D01DA12}"/>
              </ns1:ext>
            </ns1:extLst>
          </ns0:cNvPr>
          <ns0:cNvSpPr>
            <ns1:spLocks noGrp="1"/>
          </ns0:cNvSpPr>
          <ns0:nvPr>
            <ns0:ph type="subTitle" idx="8"/>
          </ns0:nvPr>
        </ns0:nvSpPr>
        <ns0:spPr>
          <ns1:xfrm>
            <ns1:off x="5572125" y="3048000"/>
            <ns1:ext cx="2857500" cy="352425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00" b="1">
                <ns1:solidFill>
                  <ns1:srgbClr val="538786"/>
                </ns1:solidFill>
                <ns1:latin typeface="Microsoft YaHei"/>
                <ns1:ea typeface="微软雅黑"/>
                <ns1:cs typeface="Microsoft YaHei"/>
              </ns1:rPr>
              <ns1:t>规划：更多自主推进</ns1:t>
            </ns1:r>
            <ns1:endParaRPr/>
          </ns1:p>
        </ns0:txBody>
      </ns0:sp>
      <ns0:sp>
        <ns0:nvSpPr>
          <ns0:cNvPr id="467" name="Google Shape;467;p31">
            <ns1:extLst>
              <ns1:ext uri="{FF2B5EF4-FFF2-40B4-BE49-F238E27FC236}">
                <ns2:creationId id="{744DA92E-9775-4B4D-864A-C6F037A97E3B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090849" y="1672133"/>
            <ns1:ext cx="52254" cy="69211"/>
          </ns1:xfrm>
          <ns1:custGeom>
            <ns1:rect l="l" t="t" r="r" b="b"/>
            <ns1:pathLst>
              <ns1:path w="99060" h="131206">
                <ns1:moveTo>
                  <ns1:pt x="49531" y="131207"/>
                </ns1:moveTo>
                <ns1:cubicBezTo>
                  <ns1:pt x="21908" y="131207"/>
                  <ns1:pt x="0" y="109299"/>
                  <ns1:pt x="0" y="81677"/>
                </ns1:cubicBezTo>
                <ns1:cubicBezTo>
                  <ns1:pt x="0" y="60722"/>
                  <ns1:pt x="24766" y="21669"/>
                  <ns1:pt x="36195" y="6429"/>
                </ns1:cubicBezTo>
                <ns1:cubicBezTo>
                  <ns1:pt x="41910" y="-2143"/>
                  <ns1:pt x="57150" y="-2143"/>
                  <ns1:pt x="62866" y="6429"/>
                </ns1:cubicBezTo>
                <ns1:cubicBezTo>
                  <ns1:pt x="73343" y="21669"/>
                  <ns1:pt x="99060" y="60722"/>
                  <ns1:pt x="99060" y="81677"/>
                </ns1:cubicBezTo>
                <ns1:cubicBezTo>
                  <ns1:pt x="99060" y="109299"/>
                  <ns1:pt x="76200" y="131207"/>
                  <ns1:pt x="49531" y="131207"/>
                </ns1:cubicBezTo>
                <ns1:lnTo>
                  <ns1:pt x="49531" y="131207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68" name="Google Shape;468;p31">
            <ns1:extLst>
              <ns1:ext uri="{FF2B5EF4-FFF2-40B4-BE49-F238E27FC236}">
                <ns2:creationId id="{4043FE46-4429-47B9-B20B-2F8C0BD93A25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043510" y="1602509"/>
            <ns1:ext cx="64814" cy="63810"/>
          </ns1:xfrm>
          <ns1:custGeom>
            <ns1:rect l="l" t="t" r="r" b="b"/>
            <ns1:pathLst>
              <ns1:path w="122871" h="120967">
                <ns1:moveTo>
                  <ns1:pt x="122872" y="0"/>
                </ns1:moveTo>
                <ns1:cubicBezTo>
                  <ns1:pt x="76200" y="3810"/>
                  <ns1:pt x="33338" y="21907"/>
                  <ns1:pt x="0" y="50482"/>
                </ns1:cubicBezTo>
                <ns1:lnTo>
                  <ns1:pt x="70484" y="120968"/>
                </ns1:lnTo>
                <ns1:cubicBezTo>
                  <ns1:pt x="85725" y="109538"/>
                  <ns1:pt x="102869" y="101918"/>
                  <ns1:pt x="122872" y="99060"/>
                </ns1:cubicBezTo>
                <ns1:lnTo>
                  <ns1:pt x="122872" y="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69" name="Google Shape;469;p31">
            <ns1:extLst>
              <ns1:ext uri="{FF2B5EF4-FFF2-40B4-BE49-F238E27FC236}">
                <ns2:creationId id="{646F4A22-E49D-4FE1-B548-A92E480B2947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125598" y="1602509"/>
            <ns1:ext cx="64815" cy="64312"/>
          </ns1:xfrm>
          <ns1:custGeom>
            <ns1:rect l="l" t="t" r="r" b="b"/>
            <ns1:pathLst>
              <ns1:path w="122872" h="121919">
                <ns1:moveTo>
                  <ns1:pt x="0" y="0"/>
                </ns1:moveTo>
                <ns1:lnTo>
                  <ns1:pt x="0" y="100013"/>
                </ns1:lnTo>
                <ns1:cubicBezTo>
                  <ns1:pt x="19050" y="102870"/>
                  <ns1:pt x="37148" y="110490"/>
                  <ns1:pt x="52388" y="121920"/>
                </ns1:cubicBezTo>
                <ns1:lnTo>
                  <ns1:pt x="122873" y="51435"/>
                </ns1:lnTo>
                <ns1:cubicBezTo>
                  <ns1:pt x="89535" y="22860"/>
                  <ns1:pt x="46673" y="3810"/>
                  <ns1:pt x="0" y="0"/>
                </ns1:cubicBezTo>
                <ns1:lnTo>
                  <ns1:pt x="0" y="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70" name="Google Shape;470;p31">
            <ns1:extLst>
              <ns1:ext uri="{FF2B5EF4-FFF2-40B4-BE49-F238E27FC236}">
                <ns2:creationId id="{818862A1-BB7D-4933-85B4-4041AE0068BC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165383" y="1641790"/>
            <ns1:ext cx="63876" cy="81898"/>
          </ns1:xfrm>
          <ns1:custGeom>
            <ns1:rect l="l" t="t" r="r" b="b"/>
            <ns1:pathLst>
              <ns1:path w="121092" h="155257">
                <ns1:moveTo>
                  <ns1:pt x="70485" y="0"/>
                </ns1:moveTo>
                <ns1:lnTo>
                  <ns1:pt x="0" y="70485"/>
                </ns1:lnTo>
                <ns1:cubicBezTo>
                  <ns1:pt x="14288" y="89535"/>
                  <ns1:pt x="22860" y="113348"/>
                  <ns1:pt x="22860" y="139065"/>
                </ns1:cubicBezTo>
                <ns1:cubicBezTo>
                  <ns1:pt x="22860" y="148590"/>
                  <ns1:pt x="30480" y="155258"/>
                  <ns1:pt x="39052" y="155258"/>
                </ns1:cubicBezTo>
                <ns1:lnTo>
                  <ns1:pt x="104775" y="155258"/>
                </ns1:lnTo>
                <ns1:cubicBezTo>
                  <ns1:pt x="114300" y="155258"/>
                  <ns1:pt x="120967" y="147638"/>
                  <ns1:pt x="120967" y="139065"/>
                </ns1:cubicBezTo>
                <ns1:cubicBezTo>
                  <ns1:pt x="122873" y="86677"/>
                  <ns1:pt x="102870" y="38100"/>
                  <ns1:pt x="70485" y="0"/>
                </ns1:cubicBezTo>
                <ns1:lnTo>
                  <ns1:pt x="70485" y="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71" name="Google Shape;471;p31">
            <ns1:extLst>
              <ns1:ext uri="{FF2B5EF4-FFF2-40B4-BE49-F238E27FC236}">
                <ns2:creationId id="{614E88B1-F424-4B3B-8817-976AE2F0693E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003725" y="1641790"/>
            <ns1:ext cx="63810" cy="81898"/>
          </ns1:xfrm>
          <ns1:custGeom>
            <ns1:rect l="l" t="t" r="r" b="b"/>
            <ns1:pathLst>
              <ns1:path w="120967" h="155257">
                <ns1:moveTo>
                  <ns1:pt x="51435" y="0"/>
                </ns1:moveTo>
                <ns1:cubicBezTo>
                  <ns1:pt x="19050" y="37148"/>
                  <ns1:pt x="0" y="85725"/>
                  <ns1:pt x="0" y="139065"/>
                </ns1:cubicBezTo>
                <ns1:cubicBezTo>
                  <ns1:pt x="0" y="148590"/>
                  <ns1:pt x="7619" y="155258"/>
                  <ns1:pt x="16192" y="155258"/>
                </ns1:cubicBezTo>
                <ns1:lnTo>
                  <ns1:pt x="81915" y="155258"/>
                </ns1:lnTo>
                <ns1:cubicBezTo>
                  <ns1:pt x="91440" y="155258"/>
                  <ns1:pt x="98107" y="147638"/>
                  <ns1:pt x="98107" y="139065"/>
                </ns1:cubicBezTo>
                <ns1:cubicBezTo>
                  <ns1:pt x="98107" y="113348"/>
                  <ns1:pt x="106680" y="89535"/>
                  <ns1:pt x="120967" y="70485"/>
                </ns1:cubicBezTo>
                <ns1:lnTo>
                  <ns1:pt x="51435" y="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72" name="Google Shape;472;p31">
            <ns1:extLst>
              <ns1:ext uri="{FF2B5EF4-FFF2-40B4-BE49-F238E27FC236}">
                <ns2:creationId id="{8C0CF55D-4F41-495B-8C11-5EA25C910F22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968977" y="1463011"/>
            <ns1:ext cx="296442" cy="225597"/>
          </ns1:xfrm>
          <ns1:custGeom>
            <ns1:rect l="l" t="t" r="r" b="b"/>
            <ns1:pathLst>
              <ns1:path w="561975" h="427672">
                <ns1:moveTo>
                  <ns1:pt x="545783" y="0"/>
                </ns1:moveTo>
                <ns1:lnTo>
                  <ns1:pt x="336233" y="0"/>
                </ns1:lnTo>
                <ns1:lnTo>
                  <ns1:pt x="296227" y="120015"/>
                </ns1:lnTo>
                <ns1:cubicBezTo>
                  <ns1:pt x="294323" y="126683"/>
                  <ns1:pt x="287655" y="131445"/>
                  <ns1:pt x="280988" y="131445"/>
                </ns1:cubicBezTo>
                <ns1:lnTo>
                  <ns1:pt x="0" y="131445"/>
                </ns1:lnTo>
                <ns1:lnTo>
                  <ns1:pt x="0" y="411480"/>
                </ns1:lnTo>
                <ns1:cubicBezTo>
                  <ns1:pt x="0" y="421005"/>
                  <ns1:pt x="7620" y="427673"/>
                  <ns1:pt x="16192" y="427673"/>
                </ns1:cubicBezTo>
                <ns1:lnTo>
                  <ns1:pt x="38100" y="427673"/>
                </ns1:lnTo>
                <ns1:cubicBezTo>
                  <ns1:pt x="60960" y="315278"/>
                  <ns1:pt x="160973" y="230505"/>
                  <ns1:pt x="280035" y="230505"/>
                </ns1:cubicBezTo>
                <ns1:cubicBezTo>
                  <ns1:pt x="399098" y="230505"/>
                  <ns1:pt x="499110" y="315278"/>
                  <ns1:pt x="521970" y="427673"/>
                </ns1:cubicBezTo>
                <ns1:lnTo>
                  <ns1:pt x="545783" y="427673"/>
                </ns1:lnTo>
                <ns1:cubicBezTo>
                  <ns1:pt x="555308" y="427673"/>
                  <ns1:pt x="561975" y="420053"/>
                  <ns1:pt x="561975" y="411480"/>
                </ns1:cubicBezTo>
                <ns1:lnTo>
                  <ns1:pt x="561975" y="16193"/>
                </ns1:lnTo>
                <ns1:cubicBezTo>
                  <ns1:pt x="561975" y="7620"/>
                  <ns1:pt x="554355" y="0"/>
                  <ns1:pt x="545783" y="0"/>
                </ns1:cubicBezTo>
                <ns1:lnTo>
                  <ns1:pt x="545783" y="0"/>
                </ns1:lnTo>
                <ns1:close/>
                <ns1:moveTo>
                  <ns1:pt x="444817" y="197168"/>
                </ns1:moveTo>
                <ns1:lnTo>
                  <ns1:pt x="115252" y="197168"/>
                </ns1:lnTo>
                <ns1:cubicBezTo>
                  <ns1:pt x="105727" y="197168"/>
                  <ns1:pt x="99060" y="189548"/>
                  <ns1:pt x="99060" y="180975"/>
                </ns1:cubicBezTo>
                <ns1:cubicBezTo>
                  <ns1:pt x="99060" y="172403"/>
                  <ns1:pt x="106680" y="164783"/>
                  <ns1:pt x="115252" y="164783"/>
                </ns1:cubicBezTo>
                <ns1:lnTo>
                  <ns1:pt x="444817" y="164783"/>
                </ns1:lnTo>
                <ns1:cubicBezTo>
                  <ns1:pt x="454342" y="164783"/>
                  <ns1:pt x="461010" y="172403"/>
                  <ns1:pt x="461010" y="180975"/>
                </ns1:cubicBezTo>
                <ns1:cubicBezTo>
                  <ns1:pt x="461010" y="189548"/>
                  <ns1:pt x="453390" y="197168"/>
                  <ns1:pt x="444817" y="197168"/>
                </ns1:cubicBezTo>
                <ns1:lnTo>
                  <ns1:pt x="444817" y="197168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73" name="Google Shape;473;p31">
            <ns1:extLst>
              <ns1:ext uri="{FF2B5EF4-FFF2-40B4-BE49-F238E27FC236}">
                <ns2:creationId id="{52E78566-4091-4C2D-BB58-134D0429EF54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968977" y="1463011"/>
            <ns1:ext cx="158772" cy="52254"/>
          </ns1:xfrm>
          <ns1:custGeom>
            <ns1:rect l="l" t="t" r="r" b="b"/>
            <ns1:pathLst>
              <ns1:path w="300989" h="99059">
                <ns1:moveTo>
                  <ns1:pt x="267652" y="99060"/>
                </ns1:moveTo>
                <ns1:lnTo>
                  <ns1:pt x="300990" y="0"/>
                </ns1:lnTo>
                <ns1:lnTo>
                  <ns1:pt x="16192" y="0"/>
                </ns1:lnTo>
                <ns1:cubicBezTo>
                  <ns1:pt x="6667" y="0"/>
                  <ns1:pt x="0" y="7620"/>
                  <ns1:pt x="0" y="16193"/>
                </ns1:cubicBezTo>
                <ns1:lnTo>
                  <ns1:pt x="0" y="98108"/>
                </ns1:lnTo>
                <ns1:lnTo>
                  <ns1:pt x="267652" y="98108"/>
                </ns1:lnTo>
                <ns1:close/>
                <ns1:moveTo>
                  <ns1:pt x="214313" y="33338"/>
                </ns1:moveTo>
                <ns1:cubicBezTo>
                  <ns1:pt x="223838" y="33338"/>
                  <ns1:pt x="230505" y="40958"/>
                  <ns1:pt x="230505" y="49530"/>
                </ns1:cubicBezTo>
                <ns1:cubicBezTo>
                  <ns1:pt x="230505" y="58103"/>
                  <ns1:pt x="222885" y="65723"/>
                  <ns1:pt x="214313" y="65723"/>
                </ns1:cubicBezTo>
                <ns1:cubicBezTo>
                  <ns1:pt x="205740" y="65723"/>
                  <ns1:pt x="198120" y="58103"/>
                  <ns1:pt x="198120" y="49530"/>
                </ns1:cubicBezTo>
                <ns1:cubicBezTo>
                  <ns1:pt x="198120" y="40958"/>
                  <ns1:pt x="204788" y="33338"/>
                  <ns1:pt x="214313" y="33338"/>
                </ns1:cubicBezTo>
                <ns1:lnTo>
                  <ns1:pt x="214313" y="33338"/>
                </ns1:lnTo>
                <ns1:close/>
                <ns1:moveTo>
                  <ns1:pt x="148590" y="33338"/>
                </ns1:moveTo>
                <ns1:cubicBezTo>
                  <ns1:pt x="158115" y="33338"/>
                  <ns1:pt x="164783" y="40958"/>
                  <ns1:pt x="164783" y="49530"/>
                </ns1:cubicBezTo>
                <ns1:cubicBezTo>
                  <ns1:pt x="164783" y="58103"/>
                  <ns1:pt x="157163" y="65723"/>
                  <ns1:pt x="148590" y="65723"/>
                </ns1:cubicBezTo>
                <ns1:cubicBezTo>
                  <ns1:pt x="140017" y="65723"/>
                  <ns1:pt x="132398" y="58103"/>
                  <ns1:pt x="132398" y="49530"/>
                </ns1:cubicBezTo>
                <ns1:cubicBezTo>
                  <ns1:pt x="132398" y="40958"/>
                  <ns1:pt x="139065" y="33338"/>
                  <ns1:pt x="148590" y="33338"/>
                </ns1:cubicBezTo>
                <ns1:lnTo>
                  <ns1:pt x="148590" y="33338"/>
                </ns1:lnTo>
                <ns1:close/>
                <ns1:moveTo>
                  <ns1:pt x="81915" y="33338"/>
                </ns1:moveTo>
                <ns1:cubicBezTo>
                  <ns1:pt x="91440" y="33338"/>
                  <ns1:pt x="98108" y="40958"/>
                  <ns1:pt x="98108" y="49530"/>
                </ns1:cubicBezTo>
                <ns1:cubicBezTo>
                  <ns1:pt x="98108" y="58103"/>
                  <ns1:pt x="90488" y="65723"/>
                  <ns1:pt x="81915" y="65723"/>
                </ns1:cubicBezTo>
                <ns1:cubicBezTo>
                  <ns1:pt x="73342" y="65723"/>
                  <ns1:pt x="65723" y="58103"/>
                  <ns1:pt x="65723" y="49530"/>
                </ns1:cubicBezTo>
                <ns1:cubicBezTo>
                  <ns1:pt x="65723" y="40958"/>
                  <ns1:pt x="73342" y="33338"/>
                  <ns1:pt x="81915" y="33338"/>
                </ns1:cubicBezTo>
                <ns1:lnTo>
                  <ns1:pt x="81915" y="33338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76" name="Google Shape;476;p31">
            <ns1:extLst>
              <ns1:ext uri="{FF2B5EF4-FFF2-40B4-BE49-F238E27FC236}">
                <ns2:creationId id="{1F693D8C-E583-4D14-856D-E7B10B0E5A30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1164060" y="1583549"/>
            <ns1:ext cx="117209" cy="111865"/>
          </ns1:xfrm>
          <ns1:custGeom>
            <ns1:rect l="l" t="t" r="r" b="b"/>
            <ns1:pathLst>
              <ns1:path w="221694" h="211586">
                <ns1:moveTo>
                  <ns1:pt x="159987" y="209550"/>
                </ns1:moveTo>
                <ns1:lnTo>
                  <ns1:pt x="109505" y="182880"/>
                </ns1:lnTo>
                <ns1:lnTo>
                  <ns1:pt x="59022" y="209550"/>
                </ns1:lnTo>
                <ns1:cubicBezTo>
                  <ns1:pt x="53307" y="212408"/>
                  <ns1:pt x="46640" y="212408"/>
                  <ns1:pt x="41877" y="208598"/>
                </ns1:cubicBezTo>
                <ns1:cubicBezTo>
                  <ns1:pt x="37115" y="204787"/>
                  <ns1:pt x="34257" y="199073"/>
                  <ns1:pt x="35210" y="192405"/>
                </ns1:cubicBezTo>
                <ns1:lnTo>
                  <ns1:pt x="44735" y="136208"/>
                </ns1:lnTo>
                <ns1:lnTo>
                  <ns1:pt x="4730" y="96202"/>
                </ns1:lnTo>
                <ns1:cubicBezTo>
                  <ns1:pt x="-33" y="91440"/>
                  <ns1:pt x="-985" y="85725"/>
                  <ns1:pt x="920" y="79058"/>
                </ns1:cubicBezTo>
                <ns1:cubicBezTo>
                  <ns1:pt x="2825" y="73342"/>
                  <ns1:pt x="7587" y="68580"/>
                  <ns1:pt x="14255" y="67627"/>
                </ns1:cubicBezTo>
                <ns1:lnTo>
                  <ns1:pt x="70452" y="59055"/>
                </ns1:lnTo>
                <ns1:lnTo>
                  <ns1:pt x="96170" y="8573"/>
                </ns1:lnTo>
                <ns1:cubicBezTo>
                  <ns1:pt x="101885" y="-2858"/>
                  <ns1:pt x="119982" y="-2858"/>
                  <ns1:pt x="125697" y="8573"/>
                </ns1:cubicBezTo>
                <ns1:lnTo>
                  <ns1:pt x="151415" y="59055"/>
                </ns1:lnTo>
                <ns1:lnTo>
                  <ns1:pt x="207612" y="67627"/>
                </ns1:lnTo>
                <ns1:cubicBezTo>
                  <ns1:pt x="213327" y="68580"/>
                  <ns1:pt x="219042" y="72390"/>
                  <ns1:pt x="220947" y="79058"/>
                </ns1:cubicBezTo>
                <ns1:cubicBezTo>
                  <ns1:pt x="222852" y="84773"/>
                  <ns1:pt x="220947" y="91440"/>
                  <ns1:pt x="217137" y="96202"/>
                </ns1:cubicBezTo>
                <ns1:lnTo>
                  <ns1:pt x="177132" y="136208"/>
                </ns1:lnTo>
                <ns1:lnTo>
                  <ns1:pt x="186657" y="192405"/>
                </ns1:lnTo>
                <ns1:cubicBezTo>
                  <ns1:pt x="187610" y="198120"/>
                  <ns1:pt x="184752" y="204787"/>
                  <ns1:pt x="179990" y="208598"/>
                </ns1:cubicBezTo>
                <ns1:cubicBezTo>
                  <ns1:pt x="172370" y="211455"/>
                  <ns1:pt x="165702" y="212408"/>
                  <ns1:pt x="159987" y="209550"/>
                </ns1:cubicBezTo>
                <ns1:lnTo>
                  <ns1:pt x="159987" y="20955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77" name="Google Shape;477;p31">
            <ns1:extLst>
              <ns1:ext uri="{FF2B5EF4-FFF2-40B4-BE49-F238E27FC236}">
                <ns2:creationId id="{6619B431-9482-4D99-AB04-765ED1E45148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1093054" y="1670669"/>
            <ns1:ext cx="82965" cy="79974"/>
          </ns1:xfrm>
          <ns1:custGeom>
            <ns1:rect l="l" t="t" r="r" b="b"/>
            <ns1:pathLst>
              <ns1:path w="156924" h="151267">
                <ns1:moveTo>
                  <ns1:pt x="110457" y="149542"/>
                </ns1:moveTo>
                <ns1:lnTo>
                  <ns1:pt x="79025" y="133350"/>
                </ns1:lnTo>
                <ns1:lnTo>
                  <ns1:pt x="47592" y="149542"/>
                </ns1:lnTo>
                <ns1:cubicBezTo>
                  <ns1:pt x="41877" y="152400"/>
                  <ns1:pt x="35210" y="151448"/>
                  <ns1:pt x="30447" y="148590"/>
                </ns1:cubicBezTo>
                <ns1:cubicBezTo>
                  <ns1:pt x="25685" y="144780"/>
                  <ns1:pt x="22827" y="139065"/>
                  <ns1:pt x="23780" y="132398"/>
                </ns1:cubicBezTo>
                <ns1:lnTo>
                  <ns1:pt x="29495" y="98108"/>
                </ns1:lnTo>
                <ns1:lnTo>
                  <ns1:pt x="4730" y="73342"/>
                </ns1:lnTo>
                <ns1:cubicBezTo>
                  <ns1:pt x="-33" y="68580"/>
                  <ns1:pt x="-985" y="62865"/>
                  <ns1:pt x="920" y="56198"/>
                </ns1:cubicBezTo>
                <ns1:cubicBezTo>
                  <ns1:pt x="2825" y="50483"/>
                  <ns1:pt x="7587" y="45720"/>
                  <ns1:pt x="14255" y="44767"/>
                </ns1:cubicBezTo>
                <ns1:lnTo>
                  <ns1:pt x="48545" y="40005"/>
                </ns1:lnTo>
                <ns1:lnTo>
                  <ns1:pt x="63785" y="8573"/>
                </ns1:lnTo>
                <ns1:cubicBezTo>
                  <ns1:pt x="69500" y="-2858"/>
                  <ns1:pt x="87597" y="-2858"/>
                  <ns1:pt x="93312" y="8573"/>
                </ns1:cubicBezTo>
                <ns1:lnTo>
                  <ns1:pt x="108552" y="40005"/>
                </ns1:lnTo>
                <ns1:lnTo>
                  <ns1:pt x="142842" y="44767"/>
                </ns1:lnTo>
                <ns1:cubicBezTo>
                  <ns1:pt x="148557" y="45720"/>
                  <ns1:pt x="154272" y="50483"/>
                  <ns1:pt x="156177" y="56198"/>
                </ns1:cubicBezTo>
                <ns1:cubicBezTo>
                  <ns1:pt x="158082" y="61913"/>
                  <ns1:pt x="156177" y="68580"/>
                  <ns1:pt x="152367" y="73342"/>
                </ns1:cubicBezTo>
                <ns1:lnTo>
                  <ns1:pt x="127602" y="98108"/>
                </ns1:lnTo>
                <ns1:lnTo>
                  <ns1:pt x="133317" y="132398"/>
                </ns1:lnTo>
                <ns1:cubicBezTo>
                  <ns1:pt x="134270" y="138113"/>
                  <ns1:pt x="131412" y="144780"/>
                  <ns1:pt x="126650" y="148590"/>
                </ns1:cubicBezTo>
                <ns1:cubicBezTo>
                  <ns1:pt x="122840" y="151448"/>
                  <ns1:pt x="116172" y="152400"/>
                  <ns1:pt x="110457" y="149542"/>
                </ns1:cubicBezTo>
                <ns1:lnTo>
                  <ns1:pt x="110457" y="149542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78" name="Google Shape;478;p31">
            <ns1:extLst>
              <ns1:ext uri="{FF2B5EF4-FFF2-40B4-BE49-F238E27FC236}">
                <ns2:creationId id="{54DC695A-2A34-446D-B359-DEB0D6A3C53F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1266792" y="1670669"/>
            <ns1:ext cx="82965" cy="79974"/>
          </ns1:xfrm>
          <ns1:custGeom>
            <ns1:rect l="l" t="t" r="r" b="b"/>
            <ns1:pathLst>
              <ns1:path w="156924" h="151267">
                <ns1:moveTo>
                  <ns1:pt x="110457" y="149542"/>
                </ns1:moveTo>
                <ns1:lnTo>
                  <ns1:pt x="79025" y="133350"/>
                </ns1:lnTo>
                <ns1:lnTo>
                  <ns1:pt x="47592" y="149542"/>
                </ns1:lnTo>
                <ns1:cubicBezTo>
                  <ns1:pt x="41877" y="152400"/>
                  <ns1:pt x="35210" y="151448"/>
                  <ns1:pt x="30447" y="148590"/>
                </ns1:cubicBezTo>
                <ns1:cubicBezTo>
                  <ns1:pt x="25685" y="144780"/>
                  <ns1:pt x="22827" y="139065"/>
                  <ns1:pt x="23780" y="132398"/>
                </ns1:cubicBezTo>
                <ns1:lnTo>
                  <ns1:pt x="29495" y="98108"/>
                </ns1:lnTo>
                <ns1:lnTo>
                  <ns1:pt x="4730" y="73342"/>
                </ns1:lnTo>
                <ns1:cubicBezTo>
                  <ns1:pt x="-33" y="68580"/>
                  <ns1:pt x="-985" y="62865"/>
                  <ns1:pt x="920" y="56198"/>
                </ns1:cubicBezTo>
                <ns1:cubicBezTo>
                  <ns1:pt x="2825" y="50483"/>
                  <ns1:pt x="7587" y="45720"/>
                  <ns1:pt x="14255" y="44767"/>
                </ns1:cubicBezTo>
                <ns1:lnTo>
                  <ns1:pt x="48545" y="40005"/>
                </ns1:lnTo>
                <ns1:lnTo>
                  <ns1:pt x="63785" y="8573"/>
                </ns1:lnTo>
                <ns1:cubicBezTo>
                  <ns1:pt x="69500" y="-2858"/>
                  <ns1:pt x="87597" y="-2858"/>
                  <ns1:pt x="93312" y="8573"/>
                </ns1:cubicBezTo>
                <ns1:lnTo>
                  <ns1:pt x="108552" y="40005"/>
                </ns1:lnTo>
                <ns1:lnTo>
                  <ns1:pt x="142842" y="44767"/>
                </ns1:lnTo>
                <ns1:cubicBezTo>
                  <ns1:pt x="148557" y="45720"/>
                  <ns1:pt x="154272" y="50483"/>
                  <ns1:pt x="156177" y="56198"/>
                </ns1:cubicBezTo>
                <ns1:cubicBezTo>
                  <ns1:pt x="158082" y="61913"/>
                  <ns1:pt x="156177" y="68580"/>
                  <ns1:pt x="152367" y="73342"/>
                </ns1:cubicBezTo>
                <ns1:lnTo>
                  <ns1:pt x="127602" y="98108"/>
                </ns1:lnTo>
                <ns1:lnTo>
                  <ns1:pt x="133317" y="132398"/>
                </ns1:lnTo>
                <ns1:cubicBezTo>
                  <ns1:pt x="134270" y="138113"/>
                  <ns1:pt x="131412" y="144780"/>
                  <ns1:pt x="126650" y="148590"/>
                </ns1:cubicBezTo>
                <ns1:cubicBezTo>
                  <ns1:pt x="122840" y="151448"/>
                  <ns1:pt x="116172" y="152400"/>
                  <ns1:pt x="110457" y="149542"/>
                </ns1:cubicBezTo>
                <ns1:lnTo>
                  <ns1:pt x="110457" y="149542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79" name="Google Shape;479;p31">
            <ns1:extLst>
              <ns1:ext uri="{FF2B5EF4-FFF2-40B4-BE49-F238E27FC236}">
                <ns2:creationId id="{D40097EB-5F45-4A70-BEA8-D167E76F4F85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1073901" y="1453709"/>
            <ns1:ext cx="158772" cy="52254"/>
          </ns1:xfrm>
          <ns1:custGeom>
            <ns1:rect l="l" t="t" r="r" b="b"/>
            <ns1:pathLst>
              <ns1:path w="300990" h="99059">
                <ns1:moveTo>
                  <ns1:pt x="267653" y="99060"/>
                </ns1:moveTo>
                <ns1:lnTo>
                  <ns1:pt x="300990" y="0"/>
                </ns1:lnTo>
                <ns1:lnTo>
                  <ns1:pt x="16193" y="0"/>
                </ns1:lnTo>
                <ns1:cubicBezTo>
                  <ns1:pt x="6668" y="0"/>
                  <ns1:pt x="0" y="7620"/>
                  <ns1:pt x="0" y="16193"/>
                </ns1:cubicBezTo>
                <ns1:lnTo>
                  <ns1:pt x="0" y="98107"/>
                </ns1:lnTo>
                <ns1:lnTo>
                  <ns1:pt x="267653" y="98107"/>
                </ns1:lnTo>
                <ns1:close/>
                <ns1:moveTo>
                  <ns1:pt x="214313" y="33338"/>
                </ns1:moveTo>
                <ns1:cubicBezTo>
                  <ns1:pt x="223838" y="33338"/>
                  <ns1:pt x="230505" y="40957"/>
                  <ns1:pt x="230505" y="49530"/>
                </ns1:cubicBezTo>
                <ns1:cubicBezTo>
                  <ns1:pt x="230505" y="59055"/>
                  <ns1:pt x="222885" y="65722"/>
                  <ns1:pt x="214313" y="65722"/>
                </ns1:cubicBezTo>
                <ns1:cubicBezTo>
                  <ns1:pt x="205740" y="65722"/>
                  <ns1:pt x="198120" y="58103"/>
                  <ns1:pt x="198120" y="49530"/>
                </ns1:cubicBezTo>
                <ns1:cubicBezTo>
                  <ns1:pt x="197168" y="40005"/>
                  <ns1:pt x="204788" y="33338"/>
                  <ns1:pt x="214313" y="33338"/>
                </ns1:cubicBezTo>
                <ns1:lnTo>
                  <ns1:pt x="214313" y="33338"/>
                </ns1:lnTo>
                <ns1:close/>
                <ns1:moveTo>
                  <ns1:pt x="148590" y="33338"/>
                </ns1:moveTo>
                <ns1:cubicBezTo>
                  <ns1:pt x="158115" y="33338"/>
                  <ns1:pt x="164783" y="40957"/>
                  <ns1:pt x="164783" y="49530"/>
                </ns1:cubicBezTo>
                <ns1:cubicBezTo>
                  <ns1:pt x="164783" y="59055"/>
                  <ns1:pt x="157163" y="65722"/>
                  <ns1:pt x="148590" y="65722"/>
                </ns1:cubicBezTo>
                <ns1:cubicBezTo>
                  <ns1:pt x="140018" y="65722"/>
                  <ns1:pt x="132398" y="58103"/>
                  <ns1:pt x="132398" y="49530"/>
                </ns1:cubicBezTo>
                <ns1:cubicBezTo>
                  <ns1:pt x="131445" y="40005"/>
                  <ns1:pt x="139065" y="33338"/>
                  <ns1:pt x="148590" y="33338"/>
                </ns1:cubicBezTo>
                <ns1:lnTo>
                  <ns1:pt x="148590" y="33338"/>
                </ns1:lnTo>
                <ns1:close/>
                <ns1:moveTo>
                  <ns1:pt x="81915" y="33338"/>
                </ns1:moveTo>
                <ns1:cubicBezTo>
                  <ns1:pt x="91440" y="33338"/>
                  <ns1:pt x="98108" y="40957"/>
                  <ns1:pt x="98108" y="49530"/>
                </ns1:cubicBezTo>
                <ns1:cubicBezTo>
                  <ns1:pt x="98108" y="59055"/>
                  <ns1:pt x="90488" y="65722"/>
                  <ns1:pt x="81915" y="65722"/>
                </ns1:cubicBezTo>
                <ns1:cubicBezTo>
                  <ns1:pt x="72390" y="65722"/>
                  <ns1:pt x="65723" y="58103"/>
                  <ns1:pt x="65723" y="49530"/>
                </ns1:cubicBezTo>
                <ns1:cubicBezTo>
                  <ns1:pt x="65723" y="40005"/>
                  <ns1:pt x="73343" y="33338"/>
                  <ns1:pt x="81915" y="33338"/>
                </ns1:cubicBezTo>
                <ns1:lnTo>
                  <ns1:pt x="81915" y="33338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80" name="Google Shape;480;p31">
            <ns1:extLst>
              <ns1:ext uri="{FF2B5EF4-FFF2-40B4-BE49-F238E27FC236}">
                <ns2:creationId id="{E620FB35-926F-455B-B65C-89993024A1A7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1073901" y="1453709"/>
            <ns1:ext cx="296442" cy="189421"/>
          </ns1:xfrm>
          <ns1:custGeom>
            <ns1:rect l="l" t="t" r="r" b="b"/>
            <ns1:pathLst>
              <ns1:path w="561975" h="359092">
                <ns1:moveTo>
                  <ns1:pt x="545783" y="0"/>
                </ns1:moveTo>
                <ns1:lnTo>
                  <ns1:pt x="336233" y="0"/>
                </ns1:lnTo>
                <ns1:lnTo>
                  <ns1:pt x="295275" y="120015"/>
                </ns1:lnTo>
                <ns1:cubicBezTo>
                  <ns1:pt x="293370" y="126682"/>
                  <ns1:pt x="286703" y="131445"/>
                  <ns1:pt x="280035" y="131445"/>
                </ns1:cubicBezTo>
                <ns1:lnTo>
                  <ns1:pt x="0" y="131445"/>
                </ns1:lnTo>
                <ns1:lnTo>
                  <ns1:pt x="0" y="342900"/>
                </ns1:lnTo>
                <ns1:cubicBezTo>
                  <ns1:pt x="0" y="352425"/>
                  <ns1:pt x="7620" y="359093"/>
                  <ns1:pt x="16193" y="359093"/>
                </ns1:cubicBezTo>
                <ns1:lnTo>
                  <ns1:pt x="147638" y="359093"/>
                </ns1:lnTo>
                <ns1:cubicBezTo>
                  <ns1:pt x="137160" y="345757"/>
                  <ns1:pt x="133350" y="329565"/>
                  <ns1:pt x="139065" y="313372"/>
                </ns1:cubicBezTo>
                <ns1:cubicBezTo>
                  <ns1:pt x="144780" y="295275"/>
                  <ns1:pt x="160020" y="282893"/>
                  <ns1:pt x="179070" y="280035"/>
                </ns1:cubicBezTo>
                <ns1:lnTo>
                  <ns1:pt x="218123" y="274320"/>
                </ns1:lnTo>
                <ns1:lnTo>
                  <ns1:pt x="236220" y="239078"/>
                </ns1:lnTo>
                <ns1:cubicBezTo>
                  <ns1:pt x="244793" y="222885"/>
                  <ns1:pt x="260985" y="212407"/>
                  <ns1:pt x="280035" y="212407"/>
                </ns1:cubicBezTo>
                <ns1:cubicBezTo>
                  <ns1:pt x="299085" y="212407"/>
                  <ns1:pt x="316230" y="222885"/>
                  <ns1:pt x="323850" y="239078"/>
                </ns1:cubicBezTo>
                <ns1:lnTo>
                  <ns1:pt x="341948" y="274320"/>
                </ns1:lnTo>
                <ns1:lnTo>
                  <ns1:pt x="381000" y="280035"/>
                </ns1:lnTo>
                <ns1:cubicBezTo>
                  <ns1:pt x="400050" y="282893"/>
                  <ns1:pt x="415290" y="295275"/>
                  <ns1:pt x="421005" y="313372"/>
                </ns1:cubicBezTo>
                <ns1:cubicBezTo>
                  <ns1:pt x="426720" y="329565"/>
                  <ns1:pt x="422910" y="346710"/>
                  <ns1:pt x="412433" y="359093"/>
                </ns1:cubicBezTo>
                <ns1:lnTo>
                  <ns1:pt x="545783" y="359093"/>
                </ns1:lnTo>
                <ns1:cubicBezTo>
                  <ns1:pt x="555308" y="359093"/>
                  <ns1:pt x="561975" y="351472"/>
                  <ns1:pt x="561975" y="342900"/>
                </ns1:cubicBezTo>
                <ns1:lnTo>
                  <ns1:pt x="561975" y="16193"/>
                </ns1:lnTo>
                <ns1:cubicBezTo>
                  <ns1:pt x="561975" y="7620"/>
                  <ns1:pt x="554355" y="0"/>
                  <ns1:pt x="545783" y="0"/>
                </ns1:cubicBezTo>
                <ns1:lnTo>
                  <ns1:pt x="545783" y="0"/>
                </ns1:lnTo>
                <ns1:close/>
                <ns1:moveTo>
                  <ns1:pt x="444818" y="195263"/>
                </ns1:moveTo>
                <ns1:lnTo>
                  <ns1:pt x="115253" y="195263"/>
                </ns1:lnTo>
                <ns1:cubicBezTo>
                  <ns1:pt x="105728" y="195263"/>
                  <ns1:pt x="99060" y="187643"/>
                  <ns1:pt x="99060" y="179070"/>
                </ns1:cubicBezTo>
                <ns1:cubicBezTo>
                  <ns1:pt x="99060" y="169545"/>
                  <ns1:pt x="106680" y="162878"/>
                  <ns1:pt x="115253" y="162878"/>
                </ns1:cubicBezTo>
                <ns1:lnTo>
                  <ns1:pt x="444818" y="162878"/>
                </ns1:lnTo>
                <ns1:cubicBezTo>
                  <ns1:pt x="454343" y="162878"/>
                  <ns1:pt x="461010" y="170497"/>
                  <ns1:pt x="461010" y="179070"/>
                </ns1:cubicBezTo>
                <ns1:cubicBezTo>
                  <ns1:pt x="461010" y="187643"/>
                  <ns1:pt x="453390" y="195263"/>
                  <ns1:pt x="444818" y="195263"/>
                </ns1:cubicBezTo>
                <ns1:lnTo>
                  <ns1:pt x="444818" y="195263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82" name="Google Shape;482;p31">
            <ns1:extLst>
              <ns1:ext uri="{FF2B5EF4-FFF2-40B4-BE49-F238E27FC236}">
                <ns2:creationId id="{B9E79903-DAC7-425F-93CE-39A7B88DA9AC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091379" y="3121303"/>
            <ns1:ext cx="17083" cy="47732"/>
          </ns1:xfrm>
          <ns1:custGeom>
            <ns1:rect l="l" t="t" r="r" b="b"/>
            <ns1:pathLst>
              <ns1:path w="32385" h="90487">
                <ns1:moveTo>
                  <ns1:pt x="32385" y="90488"/>
                </ns1:moveTo>
                <ns1:lnTo>
                  <ns1:pt x="32385" y="0"/>
                </ns1:lnTo>
                <ns1:lnTo>
                  <ns1:pt x="0" y="0"/>
                </ns1:lnTo>
                <ns1:cubicBezTo>
                  <ns1:pt x="3810" y="42863"/>
                  <ns1:pt x="17145" y="76200"/>
                  <ns1:pt x="32385" y="90488"/>
                </ns1:cubicBezTo>
                <ns1:lnTo>
                  <ns1:pt x="32385" y="90488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83" name="Google Shape;483;p31">
            <ns1:extLst>
              <ns1:ext uri="{FF2B5EF4-FFF2-40B4-BE49-F238E27FC236}">
                <ns2:creationId id="{1873B7B0-9364-4D32-9CDA-061681339426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126128" y="3121303"/>
            <ns1:ext cx="17083" cy="47732"/>
          </ns1:xfrm>
          <ns1:custGeom>
            <ns1:rect l="l" t="t" r="r" b="b"/>
            <ns1:pathLst>
              <ns1:path w="32385" h="90487">
                <ns1:moveTo>
                  <ns1:pt x="0" y="0"/>
                </ns1:moveTo>
                <ns1:lnTo>
                  <ns1:pt x="0" y="90488"/>
                </ns1:lnTo>
                <ns1:cubicBezTo>
                  <ns1:pt x="15240" y="76200"/>
                  <ns1:pt x="29527" y="41910"/>
                  <ns1:pt x="32385" y="0"/>
                </ns1:cubicBezTo>
                <ns1:lnTo>
                  <ns1:pt x="0" y="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84" name="Google Shape;484;p31">
            <ns1:extLst>
              <ns1:ext uri="{FF2B5EF4-FFF2-40B4-BE49-F238E27FC236}">
                <ns2:creationId id="{0AE470D0-3C88-4085-B651-0925BB50A176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126128" y="3055834"/>
            <ns1:ext cx="17083" cy="47732"/>
          </ns1:xfrm>
          <ns1:custGeom>
            <ns1:rect l="l" t="t" r="r" b="b"/>
            <ns1:pathLst>
              <ns1:path w="32385" h="90487">
                <ns1:moveTo>
                  <ns1:pt x="0" y="0"/>
                </ns1:moveTo>
                <ns1:lnTo>
                  <ns1:pt x="0" y="90488"/>
                </ns1:lnTo>
                <ns1:lnTo>
                  <ns1:pt x="32385" y="90488"/>
                </ns1:lnTo>
                <ns1:cubicBezTo>
                  <ns1:pt x="29527" y="48577"/>
                  <ns1:pt x="15240" y="14288"/>
                  <ns1:pt x="0" y="0"/>
                </ns1:cubicBezTo>
                <ns1:lnTo>
                  <ns1:pt x="0" y="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85" name="Google Shape;485;p31">
            <ns1:extLst>
              <ns1:ext uri="{FF2B5EF4-FFF2-40B4-BE49-F238E27FC236}">
                <ns2:creationId id="{DC0C2FD5-E964-493A-AAE0-65FE6319715A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091379" y="3055834"/>
            <ns1:ext cx="17083" cy="47732"/>
          </ns1:xfrm>
          <ns1:custGeom>
            <ns1:rect l="l" t="t" r="r" b="b"/>
            <ns1:pathLst>
              <ns1:path w="32385" h="90487">
                <ns1:moveTo>
                  <ns1:pt x="32385" y="90488"/>
                </ns1:moveTo>
                <ns1:lnTo>
                  <ns1:pt x="32385" y="0"/>
                </ns1:lnTo>
                <ns1:cubicBezTo>
                  <ns1:pt x="17145" y="14288"/>
                  <ns1:pt x="2858" y="48577"/>
                  <ns1:pt x="0" y="90488"/>
                </ns1:cubicBezTo>
                <ns1:lnTo>
                  <ns1:pt x="32385" y="90488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86" name="Google Shape;486;p31">
            <ns1:extLst>
              <ns1:ext uri="{FF2B5EF4-FFF2-40B4-BE49-F238E27FC236}">
                <ns2:creationId id="{118910DE-6A83-4A8C-91B0-2026487101DD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150804" y="3061374"/>
            <ns1:ext cx="26629" cy="42205"/>
          </ns1:xfrm>
          <ns1:custGeom>
            <ns1:rect l="l" t="t" r="r" b="b"/>
            <ns1:pathLst>
              <ns1:path w="50481" h="80010">
                <ns1:moveTo>
                  <ns1:pt x="18098" y="80010"/>
                </ns1:moveTo>
                <ns1:lnTo>
                  <ns1:pt x="50482" y="80010"/>
                </ns1:lnTo>
                <ns1:cubicBezTo>
                  <ns1:pt x="45719" y="46673"/>
                  <ns1:pt x="26669" y="18098"/>
                  <ns1:pt x="0" y="0"/>
                </ns1:cubicBezTo>
                <ns1:cubicBezTo>
                  <ns1:pt x="10477" y="21907"/>
                  <ns1:pt x="16192" y="49530"/>
                  <ns1:pt x="18098" y="80010"/>
                </ns1:cubicBezTo>
                <ns1:lnTo>
                  <ns1:pt x="18098" y="8001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87" name="Google Shape;487;p31">
            <ns1:extLst>
              <ns1:ext uri="{FF2B5EF4-FFF2-40B4-BE49-F238E27FC236}">
                <ns2:creationId id="{DC0482B4-792D-4566-814D-07D9C26E5870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004255" y="2999431"/>
            <ns1:ext cx="226100" cy="226100"/>
          </ns1:xfrm>
          <ns1:custGeom>
            <ns1:rect l="l" t="t" r="r" b="b"/>
            <ns1:pathLst>
              <ns1:path w="428625" h="428625">
                <ns1:moveTo>
                  <ns1:pt x="214313" y="0"/>
                </ns1:moveTo>
                <ns1:cubicBezTo>
                  <ns1:pt x="96202" y="0"/>
                  <ns1:pt x="0" y="96202"/>
                  <ns1:pt x="0" y="214313"/>
                </ns1:cubicBezTo>
                <ns1:cubicBezTo>
                  <ns1:pt x="0" y="334327"/>
                  <ns1:pt x="97155" y="428625"/>
                  <ns1:pt x="214313" y="428625"/>
                </ns1:cubicBezTo>
                <ns1:cubicBezTo>
                  <ns1:pt x="330517" y="428625"/>
                  <ns1:pt x="428625" y="334327"/>
                  <ns1:pt x="428625" y="214313"/>
                </ns1:cubicBezTo>
                <ns1:cubicBezTo>
                  <ns1:pt x="427672" y="96202"/>
                  <ns1:pt x="332422" y="0"/>
                  <ns1:pt x="214313" y="0"/>
                </ns1:cubicBezTo>
                <ns1:lnTo>
                  <ns1:pt x="214313" y="0"/>
                </ns1:lnTo>
                <ns1:close/>
                <ns1:moveTo>
                  <ns1:pt x="214313" y="361950"/>
                </ns1:moveTo>
                <ns1:cubicBezTo>
                  <ns1:pt x="132397" y="361950"/>
                  <ns1:pt x="65722" y="295275"/>
                  <ns1:pt x="65722" y="213360"/>
                </ns1:cubicBezTo>
                <ns1:cubicBezTo>
                  <ns1:pt x="65722" y="131445"/>
                  <ns1:pt x="132397" y="64770"/>
                  <ns1:pt x="214313" y="64770"/>
                </ns1:cubicBezTo>
                <ns1:cubicBezTo>
                  <ns1:pt x="296227" y="64770"/>
                  <ns1:pt x="362902" y="131445"/>
                  <ns1:pt x="362902" y="213360"/>
                </ns1:cubicBezTo>
                <ns1:cubicBezTo>
                  <ns1:pt x="361950" y="295275"/>
                  <ns1:pt x="296227" y="361950"/>
                  <ns1:pt x="214313" y="361950"/>
                </ns1:cubicBezTo>
                <ns1:lnTo>
                  <ns1:pt x="214313" y="36195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88" name="Google Shape;488;p31">
            <ns1:extLst>
              <ns1:ext uri="{FF2B5EF4-FFF2-40B4-BE49-F238E27FC236}">
                <ns2:creationId id="{07D2CB0C-B5D4-4348-927E-A2DEF5DF707E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150804" y="3121303"/>
            <ns1:ext cx="26629" cy="42205"/>
          </ns1:xfrm>
          <ns1:custGeom>
            <ns1:rect l="l" t="t" r="r" b="b"/>
            <ns1:pathLst>
              <ns1:path w="50481" h="80009">
                <ns1:moveTo>
                  <ns1:pt x="18098" y="0"/>
                </ns1:moveTo>
                <ns1:cubicBezTo>
                  <ns1:pt x="16192" y="30480"/>
                  <ns1:pt x="9525" y="58102"/>
                  <ns1:pt x="0" y="80010"/>
                </ns1:cubicBezTo>
                <ns1:cubicBezTo>
                  <ns1:pt x="26669" y="61913"/>
                  <ns1:pt x="45719" y="33338"/>
                  <ns1:pt x="50482" y="0"/>
                </ns1:cubicBezTo>
                <ns1:lnTo>
                  <ns1:pt x="18098" y="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89" name="Google Shape;489;p31">
            <ns1:extLst>
              <ns1:ext uri="{FF2B5EF4-FFF2-40B4-BE49-F238E27FC236}">
                <ns2:creationId id="{9C3B7A5D-49BB-4FDD-B8A6-01C04E35D3E1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057134" y="3061374"/>
            <ns1:ext cx="26629" cy="42205"/>
          </ns1:xfrm>
          <ns1:custGeom>
            <ns1:rect l="l" t="t" r="r" b="b"/>
            <ns1:pathLst>
              <ns1:path w="50481" h="80010">
                <ns1:moveTo>
                  <ns1:pt x="32384" y="80010"/>
                </ns1:moveTo>
                <ns1:cubicBezTo>
                  <ns1:pt x="34290" y="49530"/>
                  <ns1:pt x="40957" y="21907"/>
                  <ns1:pt x="50482" y="0"/>
                </ns1:cubicBezTo>
                <ns1:cubicBezTo>
                  <ns1:pt x="23813" y="18098"/>
                  <ns1:pt x="4763" y="46673"/>
                  <ns1:pt x="0" y="80010"/>
                </ns1:cubicBezTo>
                <ns1:lnTo>
                  <ns1:pt x="32384" y="8001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91" name="Google Shape;491;p31">
            <ns1:extLst>
              <ns1:ext uri="{FF2B5EF4-FFF2-40B4-BE49-F238E27FC236}">
                <ns2:creationId id="{A15172A7-ECF6-4F7D-89A6-7FEAFD2AE845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056912" y="3121189"/>
            <ns1:ext cx="26689" cy="42300"/>
          </ns1:xfrm>
          <ns1:custGeom>
            <ns1:rect l="l" t="t" r="r" b="b"/>
            <ns1:pathLst>
              <ns1:path w="50481" h="80009">
                <ns1:moveTo>
                  <ns1:pt x="32384" y="0"/>
                </ns1:moveTo>
                <ns1:lnTo>
                  <ns1:pt x="0" y="0"/>
                </ns1:lnTo>
                <ns1:cubicBezTo>
                  <ns1:pt x="4763" y="33338"/>
                  <ns1:pt x="23813" y="61913"/>
                  <ns1:pt x="50482" y="80010"/>
                </ns1:cubicBezTo>
                <ns1:cubicBezTo>
                  <ns1:pt x="40957" y="58102"/>
                  <ns1:pt x="34290" y="30480"/>
                  <ns1:pt x="32384" y="0"/>
                </ns1:cubicBezTo>
                <ns1:lnTo>
                  <ns1:pt x="32384" y="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92" name="Google Shape;492;p31">
            <ns1:extLst>
              <ns1:ext uri="{FF2B5EF4-FFF2-40B4-BE49-F238E27FC236}">
                <ns2:creationId id="{A3FCD38F-43CC-4C6D-A228-A660152C3C94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985420" y="3208310"/>
            <ns1:ext cx="122354" cy="88223"/>
          </ns1:xfrm>
          <ns1:custGeom>
            <ns1:rect l="l" t="t" r="r" b="b"/>
            <ns1:pathLst>
              <ns1:path w="231425" h="166869">
                <ns1:moveTo>
                  <ns1:pt x="77120" y="0"/>
                </ns1:moveTo>
                <ns1:lnTo>
                  <ns1:pt x="4730" y="72390"/>
                </ns1:lnTo>
                <ns1:cubicBezTo>
                  <ns1:pt x="-33" y="77152"/>
                  <ns1:pt x="-985" y="83820"/>
                  <ns1:pt x="920" y="90488"/>
                </ns1:cubicBezTo>
                <ns1:cubicBezTo>
                  <ns1:pt x="3778" y="96202"/>
                  <ns1:pt x="9492" y="100965"/>
                  <ns1:pt x="16161" y="100965"/>
                </ns1:cubicBezTo>
                <ns1:lnTo>
                  <ns1:pt x="104742" y="100965"/>
                </ns1:lnTo>
                <ns1:lnTo>
                  <ns1:pt x="133317" y="158115"/>
                </ns1:lnTo>
                <ns1:cubicBezTo>
                  <ns1:pt x="136175" y="162877"/>
                  <ns1:pt x="140938" y="166688"/>
                  <ns1:pt x="146653" y="166688"/>
                </ns1:cubicBezTo>
                <ns1:cubicBezTo>
                  <ns1:pt x="152367" y="167640"/>
                  <ns1:pt x="158082" y="164782"/>
                  <ns1:pt x="160940" y="160020"/>
                </ns1:cubicBezTo>
                <ns1:lnTo>
                  <ns1:pt x="231425" y="66675"/>
                </ns1:lnTo>
                <ns1:cubicBezTo>
                  <ns1:pt x="175228" y="62865"/>
                  <ns1:pt x="122840" y="42863"/>
                  <ns1:pt x="77120" y="0"/>
                </ns1:cubicBezTo>
                <ns1:lnTo>
                  <ns1:pt x="77120" y="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93" name="Google Shape;493;p31">
            <ns1:extLst>
              <ns1:ext uri="{FF2B5EF4-FFF2-40B4-BE49-F238E27FC236}">
                <ns2:creationId id="{D3CA1413-58F0-4C6E-ABDA-B108359C355F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126407" y="3208310"/>
            <ns1:ext cx="122577" cy="88127"/>
          </ns1:xfrm>
          <ns1:custGeom>
            <ns1:rect l="l" t="t" r="r" b="b"/>
            <ns1:pathLst>
              <ns1:path w="231847" h="166687">
                <ns1:moveTo>
                  <ns1:pt x="154306" y="0"/>
                </ns1:moveTo>
                <ns1:cubicBezTo>
                  <ns1:pt x="110490" y="40957"/>
                  <ns1:pt x="59056" y="62865"/>
                  <ns1:pt x="0" y="66675"/>
                </ns1:cubicBezTo>
                <ns1:lnTo>
                  <ns1:pt x="70485" y="160020"/>
                </ns1:lnTo>
                <ns1:cubicBezTo>
                  <ns1:pt x="74295" y="164782"/>
                  <ns1:pt x="80010" y="166688"/>
                  <ns1:pt x="84773" y="166688"/>
                </ns1:cubicBezTo>
                <ns1:cubicBezTo>
                  <ns1:pt x="90488" y="165735"/>
                  <ns1:pt x="95250" y="162877"/>
                  <ns1:pt x="98108" y="158115"/>
                </ns1:cubicBezTo>
                <ns1:lnTo>
                  <ns1:pt x="126683" y="100965"/>
                </ns1:lnTo>
                <ns1:lnTo>
                  <ns1:pt x="215265" y="100965"/>
                </ns1:lnTo>
                <ns1:cubicBezTo>
                  <ns1:pt x="221933" y="100965"/>
                  <ns1:pt x="227648" y="97155"/>
                  <ns1:pt x="230506" y="90488"/>
                </ns1:cubicBezTo>
                <ns1:cubicBezTo>
                  <ns1:pt x="233363" y="84773"/>
                  <ns1:pt x="231458" y="77152"/>
                  <ns1:pt x="226695" y="72390"/>
                </ns1:cubicBezTo>
                <ns1:lnTo>
                  <ns1:pt x="154306" y="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95" name="Google Shape;495;p31">
            <ns1:extLst>
              <ns1:ext uri="{FF2B5EF4-FFF2-40B4-BE49-F238E27FC236}">
                <ns2:creationId id="{E3804EC5-B4FC-40F3-A5FA-69A6B72BE1F7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1143832" y="2999618"/>
            <ns1:ext cx="226602" cy="191934"/>
          </ns1:xfrm>
          <ns1:custGeom>
            <ns1:rect l="l" t="t" r="r" b="b"/>
            <ns1:pathLst>
              <ns1:path w="429577" h="363855">
                <ns1:moveTo>
                  <ns1:pt x="345758" y="98107"/>
                </ns1:moveTo>
                <ns1:cubicBezTo>
                  <ns1:pt x="345758" y="72390"/>
                  <ns1:pt x="356235" y="46673"/>
                  <ns1:pt x="375285" y="28575"/>
                </ns1:cubicBezTo>
                <ns1:cubicBezTo>
                  <ns1:pt x="379095" y="24765"/>
                  <ns1:pt x="381000" y="19050"/>
                  <ns1:pt x="380048" y="14288"/>
                </ns1:cubicBezTo>
                <ns1:cubicBezTo>
                  <ns1:pt x="379095" y="8573"/>
                  <ns1:pt x="376238" y="4763"/>
                  <ns1:pt x="371475" y="1905"/>
                </ns1:cubicBezTo>
                <ns1:cubicBezTo>
                  <ns1:pt x="369570" y="952"/>
                  <ns1:pt x="364808" y="0"/>
                  <ns1:pt x="362903" y="0"/>
                </ns1:cubicBezTo>
                <ns1:cubicBezTo>
                  <ns1:pt x="315278" y="0"/>
                  <ns1:pt x="271463" y="27623"/>
                  <ns1:pt x="247650" y="68580"/>
                </ns1:cubicBezTo>
                <ns1:cubicBezTo>
                  <ns1:pt x="237173" y="67627"/>
                  <ns1:pt x="225743" y="66675"/>
                  <ns1:pt x="214313" y="66675"/>
                </ns1:cubicBezTo>
                <ns1:cubicBezTo>
                  <ns1:pt x="96203" y="66675"/>
                  <ns1:pt x="0" y="133350"/>
                  <ns1:pt x="0" y="215265"/>
                </ns1:cubicBezTo>
                <ns1:cubicBezTo>
                  <ns1:pt x="0" y="279082"/>
                  <ns1:pt x="71438" y="363855"/>
                  <ns1:pt x="214313" y="363855"/>
                </ns1:cubicBezTo>
                <ns1:cubicBezTo>
                  <ns1:pt x="320040" y="363855"/>
                  <ns1:pt x="429578" y="306705"/>
                  <ns1:pt x="429578" y="215265"/>
                </ns1:cubicBezTo>
                <ns1:cubicBezTo>
                  <ns1:pt x="429578" y="168593"/>
                  <ns1:pt x="398145" y="125730"/>
                  <ns1:pt x="345758" y="98107"/>
                </ns1:cubicBezTo>
                <ns1:lnTo>
                  <ns1:pt x="345758" y="98107"/>
                </ns1:lnTo>
                <ns1:close/>
                <ns1:moveTo>
                  <ns1:pt x="164783" y="231457"/>
                </ns1:moveTo>
                <ns1:cubicBezTo>
                  <ns1:pt x="164783" y="240982"/>
                  <ns1:pt x="157163" y="247650"/>
                  <ns1:pt x="148590" y="247650"/>
                </ns1:cubicBezTo>
                <ns1:cubicBezTo>
                  <ns1:pt x="140018" y="247650"/>
                  <ns1:pt x="132398" y="240030"/>
                  <ns1:pt x="132398" y="231457"/>
                </ns1:cubicBezTo>
                <ns1:lnTo>
                  <ns1:pt x="132398" y="198120"/>
                </ns1:lnTo>
                <ns1:cubicBezTo>
                  <ns1:pt x="132398" y="188595"/>
                  <ns1:pt x="140018" y="181927"/>
                  <ns1:pt x="148590" y="181927"/>
                </ns1:cubicBezTo>
                <ns1:cubicBezTo>
                  <ns1:pt x="157163" y="181927"/>
                  <ns1:pt x="164783" y="189548"/>
                  <ns1:pt x="164783" y="198120"/>
                </ns1:cubicBezTo>
                <ns1:lnTo>
                  <ns1:pt x="164783" y="231457"/>
                </ns1:lnTo>
                <ns1:close/>
                <ns1:moveTo>
                  <ns1:pt x="230505" y="231457"/>
                </ns1:moveTo>
                <ns1:cubicBezTo>
                  <ns1:pt x="230505" y="240982"/>
                  <ns1:pt x="222885" y="247650"/>
                  <ns1:pt x="214313" y="247650"/>
                </ns1:cubicBezTo>
                <ns1:cubicBezTo>
                  <ns1:pt x="205740" y="247650"/>
                  <ns1:pt x="198120" y="240030"/>
                  <ns1:pt x="198120" y="231457"/>
                </ns1:cubicBezTo>
                <ns1:lnTo>
                  <ns1:pt x="198120" y="198120"/>
                </ns1:lnTo>
                <ns1:cubicBezTo>
                  <ns1:pt x="198120" y="188595"/>
                  <ns1:pt x="205740" y="181927"/>
                  <ns1:pt x="214313" y="181927"/>
                </ns1:cubicBezTo>
                <ns1:cubicBezTo>
                  <ns1:pt x="222885" y="181927"/>
                  <ns1:pt x="230505" y="189548"/>
                  <ns1:pt x="230505" y="198120"/>
                </ns1:cubicBezTo>
                <ns1:lnTo>
                  <ns1:pt x="230505" y="231457"/>
                </ns1:lnTo>
                <ns1:close/>
                <ns1:moveTo>
                  <ns1:pt x="297180" y="231457"/>
                </ns1:moveTo>
                <ns1:cubicBezTo>
                  <ns1:pt x="297180" y="240982"/>
                  <ns1:pt x="289560" y="247650"/>
                  <ns1:pt x="280988" y="247650"/>
                </ns1:cubicBezTo>
                <ns1:cubicBezTo>
                  <ns1:pt x="272415" y="247650"/>
                  <ns1:pt x="264795" y="240030"/>
                  <ns1:pt x="264795" y="231457"/>
                </ns1:cubicBezTo>
                <ns1:lnTo>
                  <ns1:pt x="264795" y="198120"/>
                </ns1:lnTo>
                <ns1:cubicBezTo>
                  <ns1:pt x="264795" y="188595"/>
                  <ns1:pt x="272415" y="181927"/>
                  <ns1:pt x="280988" y="181927"/>
                </ns1:cubicBezTo>
                <ns1:cubicBezTo>
                  <ns1:pt x="289560" y="181927"/>
                  <ns1:pt x="297180" y="189548"/>
                  <ns1:pt x="297180" y="198120"/>
                </ns1:cubicBezTo>
                <ns1:lnTo>
                  <ns1:pt x="297180" y="231457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96" name="Google Shape;496;p31">
            <ns1:extLst>
              <ns1:ext uri="{FF2B5EF4-FFF2-40B4-BE49-F238E27FC236}">
                <ns2:creationId id="{0EB0ECBB-AEE4-4977-9271-3581933FCE18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1073831" y="3116957"/>
            <ns1:ext cx="222582" cy="179372"/>
          </ns1:xfrm>
          <ns1:custGeom>
            <ns1:rect l="l" t="t" r="r" b="b"/>
            <ns1:pathLst>
              <ns1:path w="421957" h="340042">
                <ns1:moveTo>
                  <ns1:pt x="346710" y="174307"/>
                </ns1:moveTo>
                <ns1:cubicBezTo>
                  <ns1:pt x="229553" y="174307"/>
                  <ns1:pt x="105728" y="108585"/>
                  <ns1:pt x="100013" y="0"/>
                </ns1:cubicBezTo>
                <ns1:cubicBezTo>
                  <ns1:pt x="39053" y="26670"/>
                  <ns1:pt x="0" y="73343"/>
                  <ns1:pt x="0" y="124778"/>
                </ns1:cubicBezTo>
                <ns1:cubicBezTo>
                  <ns1:pt x="0" y="170498"/>
                  <ns1:pt x="31433" y="214313"/>
                  <ns1:pt x="83820" y="241935"/>
                </ns1:cubicBezTo>
                <ns1:cubicBezTo>
                  <ns1:pt x="83820" y="267653"/>
                  <ns1:pt x="73342" y="293370"/>
                  <ns1:pt x="54292" y="311468"/>
                </ns1:cubicBezTo>
                <ns1:cubicBezTo>
                  <ns1:pt x="43815" y="321945"/>
                  <ns1:pt x="50483" y="340043"/>
                  <ns1:pt x="67628" y="340043"/>
                </ns1:cubicBezTo>
                <ns1:cubicBezTo>
                  <ns1:pt x="115253" y="340043"/>
                  <ns1:pt x="159067" y="312420"/>
                  <ns1:pt x="182880" y="271463"/>
                </ns1:cubicBezTo>
                <ns1:cubicBezTo>
                  <ns1:pt x="193358" y="272415"/>
                  <ns1:pt x="204788" y="273368"/>
                  <ns1:pt x="216217" y="273368"/>
                </ns1:cubicBezTo>
                <ns1:cubicBezTo>
                  <ns1:pt x="313372" y="273368"/>
                  <ns1:pt x="396240" y="227648"/>
                  <ns1:pt x="421958" y="165735"/>
                </ns1:cubicBezTo>
                <ns1:cubicBezTo>
                  <ns1:pt x="397192" y="171450"/>
                  <ns1:pt x="372428" y="174307"/>
                  <ns1:pt x="346710" y="174307"/>
                </ns1:cubicBezTo>
                <ns1:lnTo>
                  <ns1:pt x="346710" y="174307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98" name="Google Shape;498;p31">
            <ns1:extLst>
              <ns1:ext uri="{FF2B5EF4-FFF2-40B4-BE49-F238E27FC236}">
                <ns2:creationId id="{5052645D-40FF-4565-94AD-80BBF39637A9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2943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99" name="Google Shape;499;p31">
            <ns1:extLst>
              <ns1:ext uri="{FF2B5EF4-FFF2-40B4-BE49-F238E27FC236}">
                <ns2:creationId id="{2696634B-FA03-4659-964E-B5E1CBA1C100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2289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00" name="Google Shape;500;p31">
            <ns1:extLst>
              <ns1:ext uri="{FF2B5EF4-FFF2-40B4-BE49-F238E27FC236}">
                <ns2:creationId id="{1F8F63CF-D34D-4D92-97F0-D3F4ACF3073B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5147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01" name="Google Shape;501;p31">
            <ns1:extLst>
              <ns1:ext uri="{FF2B5EF4-FFF2-40B4-BE49-F238E27FC236}">
                <ns2:creationId id="{692A6192-874D-40E1-8D30-134F72AA5735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800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02" name="Google Shape;502;p31">
            <ns1:extLst>
              <ns1:ext uri="{FF2B5EF4-FFF2-40B4-BE49-F238E27FC236}">
                <ns2:creationId id="{9A2E8701-A324-4D16-AB8A-3AB248FA23D3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086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03" name="Google Shape;503;p31">
            <ns1:extLst>
              <ns1:ext uri="{FF2B5EF4-FFF2-40B4-BE49-F238E27FC236}">
                <ns2:creationId id="{1F7D1C61-CB23-479D-91CA-88E9E136E1BF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371975" y="4724400"/>
            <ns1:ext cx="104775" cy="104775"/>
          </ns1:xfrm>
          <ns1:prstGeom prst="ellipse">
            <ns1:avLst/>
          </ns1:prstGeom>
          <ns1:solidFill>
            <ns1:srgbClr val="E6907D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04" name="Google Shape;504;p31">
            <ns1:extLst>
              <ns1:ext uri="{FF2B5EF4-FFF2-40B4-BE49-F238E27FC236}">
                <ns2:creationId id="{319A6CBA-5C37-42E1-A3DB-EED71DB1E0BD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6577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05" name="Google Shape;505;p31">
            <ns1:extLst>
              <ns1:ext uri="{FF2B5EF4-FFF2-40B4-BE49-F238E27FC236}">
                <ns2:creationId id="{F38ED350-CAF7-4367-9E47-8FDBAE46FFB9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943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06" name="Google Shape;506;p31">
            <ns1:extLst>
              <ns1:ext uri="{FF2B5EF4-FFF2-40B4-BE49-F238E27FC236}">
                <ns2:creationId id="{4F264D5F-BF68-4D40-B586-9D283B2DAD5A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229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07" name="Google Shape;507;p31">
            <ns1:extLst>
              <ns1:ext uri="{FF2B5EF4-FFF2-40B4-BE49-F238E27FC236}">
                <ns2:creationId id="{6D9E8DB5-5440-4D71-BF03-C6A5EECBEF72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5149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08" name="Google Shape;508;p31">
            <ns1:extLst>
              <ns1:ext uri="{FF2B5EF4-FFF2-40B4-BE49-F238E27FC236}">
                <ns2:creationId id="{56A1BE30-986E-42CF-B140-366A620F2B4B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8007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09" name="Google Shape;509;p31">
            <ns1:extLst>
              <ns1:ext uri="{FF2B5EF4-FFF2-40B4-BE49-F238E27FC236}">
                <ns2:creationId id="{EE47EFD1-657E-43EE-B216-5487765D0F38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086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10" name="Google Shape;510;p31">
            <ns1:extLst>
              <ns1:ext uri="{FF2B5EF4-FFF2-40B4-BE49-F238E27FC236}">
                <ns2:creationId id="{198182AD-E70B-4AF4-B57A-33E4E2760D58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372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11" name="Google Shape;511;p31">
            <ns1:extLst>
              <ns1:ext uri="{FF2B5EF4-FFF2-40B4-BE49-F238E27FC236}">
                <ns2:creationId id="{21CB1E1F-AD75-44ED-A6EA-BBCB8F75EC82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828210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12" name="Google Shape;512;p31">
            <ns1:extLst>
              <ns1:ext uri="{FF2B5EF4-FFF2-40B4-BE49-F238E27FC236}">
                <ns2:creationId id="{5B01FFA8-8DF7-4B5F-96C0-D55EAD4A186E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120302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13" name="Google Shape;513;p31">
            <ns1:extLst>
              <ns1:ext uri="{FF2B5EF4-FFF2-40B4-BE49-F238E27FC236}">
                <ns2:creationId id="{B4CDC256-0D9F-4FBD-AF57-3F715BD8C787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412393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14" name="Google Shape;514;p31">
            <ns1:extLst>
              <ns1:ext uri="{FF2B5EF4-FFF2-40B4-BE49-F238E27FC236}">
                <ns2:creationId id="{D7CD6648-A054-4B9A-8524-308BD907F270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704485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15" name="Google Shape;515;p31">
            <ns1:extLst>
              <ns1:ext uri="{FF2B5EF4-FFF2-40B4-BE49-F238E27FC236}">
                <ns2:creationId id="{1685CF00-6645-46D8-B16E-F63C4453F2C7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996577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16" name="Google Shape;516;p31">
            <ns1:extLst>
              <ns1:ext uri="{FF2B5EF4-FFF2-40B4-BE49-F238E27FC236}">
                <ns2:creationId id="{48773524-F5ED-49B3-8DC2-F8B05C92A3B6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7288669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17" name="Google Shape;517;p31">
            <ns1:extLst>
              <ns1:ext uri="{FF2B5EF4-FFF2-40B4-BE49-F238E27FC236}">
                <ns2:creationId id="{292E03A2-2E1A-485C-BB10-756138DF1369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2657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18" name="TextBox 517"/>
          <ns0:cNvSpPr txBox="1"/>
          <ns0:nvPr/>
        </ns0:nvSpPr>
        <ns0:spPr>
          <ns1:xfrm>
            <ns1:off x="6550000" y="4880000"/>
            <ns1:ext cx="2360000" cy="200000"/>
          </ns1:xfrm>
          <ns1:prstGeom prst="rect">
            <ns1:avLst/>
          </ns1:prstGeom>
          <ns1:noFill/>
        </ns0:spPr>
        <ns0:txBody>
          <ns1:bodyPr wrap="square" anchor="t" lIns="36576" rIns="36576" tIns="36576" bIns="36576">
            <ns1:spAutoFit/>
          </ns1:bodyPr>
          <ns1:lstStyle/>
          <ns1:p>
            <ns1:pPr algn="r">
              <ns1:lnSpc>
                <ns1:spcPct val="115000"/>
              </ns1:lnSpc>
              <ns1:spcAft>
                <ns1:spcPts val="400"/>
              </ns1:spcAft>
            </ns1:pPr>
            <ns1:r>
              <ns1:rPr sz="800" b="0">
                <ns1:solidFill>
                  <ns1:srgbClr val="5A6678"/>
                </ns1:solidFill>
                <ns1:ea typeface="微软雅黑"/>
              </ns1:rPr>
              <ns1:t>Campus Agent｜AIC-2026-15513467｜8/20</ns1:t>
            </ns1:r>
          </ns1:p>
        </ns0:txBody>
      </ns0:sp>
    </ns0:spTree>
    <ns0:extLst>
      <ns0:ext uri="{BB962C8B-B14F-4D97-AF65-F5344CB8AC3E}">
        <ns3:creationId val="600376533"/>
      </ns0:ext>
    </ns0:extLst>
  </ns0:cSld>
</ns0:sld>
</file>

<file path=ppt/slides/slide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388" name="Google Shape;388;p29">
            <ns1:extLst>
              <ns1:ext uri="{FF2B5EF4-FFF2-40B4-BE49-F238E27FC236}">
                <ns2:creationId id="{6EA43524-3C29-466B-B9CB-8FF0D174CFAD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2943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389" name="Google Shape;389;p29">
            <ns1:extLst>
              <ns1:ext uri="{FF2B5EF4-FFF2-40B4-BE49-F238E27FC236}">
                <ns2:creationId id="{658B2089-1E53-4D7F-84D4-7A00827EEA31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2289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390" name="Google Shape;390;p29">
            <ns1:extLst>
              <ns1:ext uri="{FF2B5EF4-FFF2-40B4-BE49-F238E27FC236}">
                <ns2:creationId id="{D62DD3A3-36FE-40A1-A5B8-1F232CE337D3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5147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391" name="Google Shape;391;p29">
            <ns1:extLst>
              <ns1:ext uri="{FF2B5EF4-FFF2-40B4-BE49-F238E27FC236}">
                <ns2:creationId id="{900FC1D8-0DEC-4BB9-9EE6-546DEF0C6A45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800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392" name="Google Shape;392;p29">
            <ns1:extLst>
              <ns1:ext uri="{FF2B5EF4-FFF2-40B4-BE49-F238E27FC236}">
                <ns2:creationId id="{462E9A94-F874-4CA9-A8F0-19B0B640D439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086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393" name="Google Shape;393;p29">
            <ns1:extLst>
              <ns1:ext uri="{FF2B5EF4-FFF2-40B4-BE49-F238E27FC236}">
                <ns2:creationId id="{27C51576-DFCB-4430-9591-0F5D8A27DBA2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3719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394" name="Google Shape;394;p29">
            <ns1:extLst>
              <ns1:ext uri="{FF2B5EF4-FFF2-40B4-BE49-F238E27FC236}">
                <ns2:creationId id="{E969E0E2-553B-453B-957B-1F75A5B3B6C2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657725" y="4724400"/>
            <ns1:ext cx="104775" cy="104775"/>
          </ns1:xfrm>
          <ns1:prstGeom prst="ellipse">
            <ns1:avLst/>
          </ns1:prstGeom>
          <ns1:solidFill>
            <ns1:srgbClr val="E6907D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395" name="Google Shape;395;p29">
            <ns1:extLst>
              <ns1:ext uri="{FF2B5EF4-FFF2-40B4-BE49-F238E27FC236}">
                <ns2:creationId id="{11E85D48-3FFE-42A3-9EE7-2A1FB0371A06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943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396" name="Google Shape;396;p29">
            <ns1:extLst>
              <ns1:ext uri="{FF2B5EF4-FFF2-40B4-BE49-F238E27FC236}">
                <ns2:creationId id="{41E18A55-EA55-403F-93B4-CDF1DAD08559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229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397" name="Google Shape;397;p29">
            <ns1:extLst>
              <ns1:ext uri="{FF2B5EF4-FFF2-40B4-BE49-F238E27FC236}">
                <ns2:creationId id="{6DFD4BC8-262E-4340-9B0F-4CF8FFC52B10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5149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398" name="Google Shape;398;p29">
            <ns1:extLst>
              <ns1:ext uri="{FF2B5EF4-FFF2-40B4-BE49-F238E27FC236}">
                <ns2:creationId id="{DACC43CA-0501-4458-91F0-45D082071770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8007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399" name="Google Shape;399;p29">
            <ns1:extLst>
              <ns1:ext uri="{FF2B5EF4-FFF2-40B4-BE49-F238E27FC236}">
                <ns2:creationId id="{4C6EEC65-424D-4A34-8B15-67314638D035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086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00" name="Google Shape;400;p29">
            <ns1:extLst>
              <ns1:ext uri="{FF2B5EF4-FFF2-40B4-BE49-F238E27FC236}">
                <ns2:creationId id="{B7E0451B-EF67-48A9-9BF5-996A6FC90E4B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372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01" name="Google Shape;401;p29">
            <ns1:extLst>
              <ns1:ext uri="{FF2B5EF4-FFF2-40B4-BE49-F238E27FC236}">
                <ns2:creationId id="{85A9CCCB-9C9B-4139-B34F-0DD83265A8D8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828210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02" name="Google Shape;402;p29">
            <ns1:extLst>
              <ns1:ext uri="{FF2B5EF4-FFF2-40B4-BE49-F238E27FC236}">
                <ns2:creationId id="{2C5C8ED5-D4E9-47CA-9BA9-B92A395B65A9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120302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03" name="Google Shape;403;p29">
            <ns1:extLst>
              <ns1:ext uri="{FF2B5EF4-FFF2-40B4-BE49-F238E27FC236}">
                <ns2:creationId id="{23BC8EC3-50BC-4170-BEEC-2AF332811165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412393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04" name="Google Shape;404;p29">
            <ns1:extLst>
              <ns1:ext uri="{FF2B5EF4-FFF2-40B4-BE49-F238E27FC236}">
                <ns2:creationId id="{6E40C3C9-1417-4F9F-ADB5-8DDB34C958CF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704485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05" name="Google Shape;405;p29">
            <ns1:extLst>
              <ns1:ext uri="{FF2B5EF4-FFF2-40B4-BE49-F238E27FC236}">
                <ns2:creationId id="{8032C29E-B1D4-438B-96A8-061F0EDA930A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996577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06" name="Google Shape;406;p29">
            <ns1:extLst>
              <ns1:ext uri="{FF2B5EF4-FFF2-40B4-BE49-F238E27FC236}">
                <ns2:creationId id="{9047F568-8EF3-488C-BDB8-5226923F77D4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7288669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07" name="Google Shape;407;p29">
            <ns1:extLst>
              <ns1:ext uri="{FF2B5EF4-FFF2-40B4-BE49-F238E27FC236}">
                <ns2:creationId id="{0484B15C-DE93-4861-AC73-90CF2800202A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2657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08" name="">
            <ns1:extLst>
              <ns1:ext uri="{FF2B5EF4-FFF2-40B4-BE49-F238E27FC236}">
                <ns2:creationId id="{53CC1F19-65A2-4250-BC53-A97BF74419A7}"/>
              </ns1:ext>
            </ns1:extLst>
          </ns0:cNvPr>
          <ns0:cNvSpPr>
            <ns1:spLocks noGrp="1"/>
          </ns0:cNvSpPr>
          <ns0:nvPr/>
        </ns0:nvSpPr>
        <ns0:spPr>
          <ns1:xfrm>
            <ns1:off x="723900" y="638175"/>
            <ns1:ext cx="7715250" cy="4953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l"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l"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l"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l"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l"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l"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l"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l"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l"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algn="l"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>
                <ns1:ea typeface="微软雅黑"/>
              </ns1:rPr>
              <ns1:t>四层分工：界面核对、服务校验、模型提候选</ns1:t>
            </ns1:r>
          </ns1:p>
        </ns0:txBody>
      </ns0:sp>
      <ns0:sp>
        <ns0:nvSpPr>
          <ns0:cNvPr id="409" name="">
            <ns1:extLst>
              <ns1:ext uri="{FF2B5EF4-FFF2-40B4-BE49-F238E27FC236}">
                <ns2:creationId id="{D7DFBDB3-3C8A-4FCE-88CD-473476B2DA9D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1609725"/>
            <ns1:ext cx="2000250" cy="514350"/>
          </ns1:xfrm>
          <ns1:prstGeom prst="rect">
            <ns1:avLst/>
          </ns1:prstGeom>
          <ns1:solidFill>
            <ns1:srgbClr val="538786"/>
          </ns1:solidFill>
          <ns1:ln w="0">
            <ns1:noFill/>
          </ns1:ln>
        </ns0:spPr>
        <ns0:txBody>
          <ns1:bodyPr wrap="square" lIns="0" tIns="0" rIns="0" bIns="0" anchor="ctr">
            <ns1:noAutofit/>
          </ns1:bodyPr>
          <ns1:lstStyle>
            <ns1:defPPr algn="ctr">
              <ns1:defRPr sz="172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172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172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172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172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172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172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172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172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172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algn="ctr">
              <ns1:defRPr sz="172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725" b="1">
                <ns1:solidFill>
                  <ns1:srgbClr val="FFFFFF"/>
                </ns1:solidFill>
                <ns1:latin typeface="Microsoft YaHei"/>
                <ns1:ea typeface="微软雅黑"/>
                <ns1:cs typeface="Microsoft YaHei"/>
              </ns1:rPr>
              <ns1:t>React 界面</ns1:t>
            </ns1:r>
          </ns1:p>
        </ns0:txBody>
      </ns0:sp>
      <ns0:sp>
        <ns0:nvSpPr>
          <ns0:cNvPr id="410" name="">
            <ns1:extLst>
              <ns1:ext uri="{FF2B5EF4-FFF2-40B4-BE49-F238E27FC236}">
                <ns2:creationId id="{8D2133EA-F9EC-4A87-8C71-886878140AF2}"/>
              </ns1:ext>
            </ns1:extLst>
          </ns0:cNvPr>
          <ns0:cNvSpPr>
            <ns1:spLocks noGrp="1"/>
          </ns0:cNvSpPr>
          <ns0:nvPr/>
        </ns0:nvSpPr>
        <ns0:spPr>
          <ns1:xfrm>
            <ns1:off x="809625" y="2305050"/>
            <ns1:ext cx="200025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7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提供材料</ns1:t>
            </ns1:r>
          </ns1:p>
          <ns1:p>
            <ns1: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7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核对与确认</ns1:t>
            </ns1:r>
          </ns1:p>
        </ns0:txBody>
      </ns0:sp>
      <ns0:sp>
        <ns0:nvSpPr>
          <ns0:cNvPr id="411" name="">
            <ns1:extLst>
              <ns1:ext uri="{FF2B5EF4-FFF2-40B4-BE49-F238E27FC236}">
                <ns2:creationId id="{D016470E-2FBB-452E-ACCD-A181F261D00A}"/>
              </ns1:ext>
            </ns1:extLst>
          </ns0:cNvPr>
          <ns0:cNvSpPr>
            <ns1:spLocks noGrp="1"/>
          </ns0:cNvSpPr>
          <ns0:nvPr/>
        </ns0:nvSpPr>
        <ns0:spPr>
          <ns1:xfrm>
            <ns1:off x="3009900" y="1685925"/>
            <ns1:ext cx="400050" cy="381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 algn="ctr">
              <ns1:defRPr sz="20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20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20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20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20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20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20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20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20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20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algn="ctr">
              <ns1:defRPr sz="20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025" b="1">
                <ns1:solidFill>
                  <ns1:srgbClr val="538786"/>
                </ns1:solidFill>
                <ns1:latin typeface="Microsoft YaHei"/>
                <ns1:ea typeface="微软雅黑"/>
                <ns1:cs typeface="Microsoft YaHei"/>
              </ns1:rPr>
              <ns1:t>↔</ns1:t>
            </ns1:r>
          </ns1:p>
        </ns0:txBody>
      </ns0:sp>
      <ns0:sp>
        <ns0:nvSpPr>
          <ns0:cNvPr id="412" name="">
            <ns1:extLst>
              <ns1:ext uri="{FF2B5EF4-FFF2-40B4-BE49-F238E27FC236}">
                <ns2:creationId id="{01CF6ED1-6FC0-453C-B089-1BC72C4FFCB6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1609725"/>
            <ns1:ext cx="2000250" cy="514350"/>
          </ns1:xfrm>
          <ns1:prstGeom prst="rect">
            <ns1:avLst/>
          </ns1:prstGeom>
          <ns1:solidFill>
            <ns1:srgbClr val="538786"/>
          </ns1:solidFill>
          <ns1:ln w="0">
            <ns1:noFill/>
          </ns1:ln>
        </ns0:spPr>
        <ns0:txBody>
          <ns1:bodyPr wrap="square" lIns="0" tIns="0" rIns="0" bIns="0" anchor="ctr">
            <ns1:noAutofit/>
          </ns1:bodyPr>
          <ns1:lstStyle>
            <ns1:defPPr algn="ctr">
              <ns1:defRPr sz="172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172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172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172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172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172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172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172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172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172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algn="ctr">
              <ns1:defRPr sz="172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725" b="1">
                <ns1:solidFill>
                  <ns1:srgbClr val="FFFFFF"/>
                </ns1:solidFill>
                <ns1:latin typeface="Microsoft YaHei"/>
                <ns1:ea typeface="微软雅黑"/>
                <ns1:cs typeface="Microsoft YaHei"/>
              </ns1:rPr>
              <ns1:t>业务服务</ns1:t>
            </ns1:r>
          </ns1:p>
        </ns0:txBody>
      </ns0:sp>
      <ns0:sp>
        <ns0:nvSpPr>
          <ns0:cNvPr id="413" name="">
            <ns1:extLst>
              <ns1:ext uri="{FF2B5EF4-FFF2-40B4-BE49-F238E27FC236}">
                <ns2:creationId id="{C63889C3-5DBD-449E-807E-B14FE5A65DBF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2305050"/>
            <ns1:ext cx="200025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7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权限与执行校验</ns1:t>
            </ns1:r>
          </ns1:p>
          <ns1:p>
            <ns1: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7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任务及计划规则</ns1:t>
            </ns1:r>
          </ns1:p>
        </ns0:txBody>
      </ns0:sp>
      <ns0:sp>
        <ns0:nvSpPr>
          <ns0:cNvPr id="414" name="">
            <ns1:extLst>
              <ns1:ext uri="{FF2B5EF4-FFF2-40B4-BE49-F238E27FC236}">
                <ns2:creationId id="{D6B4BC45-8B6D-4B69-ABBA-1AB175776939}"/>
              </ns1:ext>
            </ns1:extLst>
          </ns0:cNvPr>
          <ns0:cNvSpPr>
            <ns1:spLocks noGrp="1"/>
          </ns0:cNvSpPr>
          <ns0:nvPr/>
        </ns0:nvSpPr>
        <ns0:spPr>
          <ns1:xfrm>
            <ns1:off x="5800725" y="1685925"/>
            <ns1:ext cx="400050" cy="381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 algn="ctr">
              <ns1:defRPr sz="20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20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20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20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20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20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20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20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20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20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algn="ctr">
              <ns1:defRPr sz="20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025" b="1">
                <ns1:solidFill>
                  <ns1:srgbClr val="538786"/>
                </ns1:solidFill>
                <ns1:latin typeface="Microsoft YaHei"/>
                <ns1:ea typeface="微软雅黑"/>
                <ns1:cs typeface="Microsoft YaHei"/>
              </ns1:rPr>
              <ns1:t>↔</ns1:t>
            </ns1:r>
          </ns1:p>
        </ns0:txBody>
      </ns0:sp>
      <ns0:sp>
        <ns0:nvSpPr>
          <ns0:cNvPr id="415" name="">
            <ns1:extLst>
              <ns1:ext uri="{FF2B5EF4-FFF2-40B4-BE49-F238E27FC236}">
                <ns2:creationId id="{2318FD81-3A92-40F4-8671-D87547D564D2}"/>
              </ns1:ext>
            </ns1:extLst>
          </ns0:cNvPr>
          <ns0:cNvSpPr>
            <ns1:spLocks noGrp="1"/>
          </ns0:cNvSpPr>
          <ns0:nvPr/>
        </ns0:nvSpPr>
        <ns0:spPr>
          <ns1:xfrm>
            <ns1:off x="6391275" y="1609725"/>
            <ns1:ext cx="2000250" cy="514350"/>
          </ns1:xfrm>
          <ns1:prstGeom prst="rect">
            <ns1:avLst/>
          </ns1:prstGeom>
          <ns1:solidFill>
            <ns1:srgbClr val="538786"/>
          </ns1:solidFill>
          <ns1:ln w="0">
            <ns1:noFill/>
          </ns1:ln>
        </ns0:spPr>
        <ns0:txBody>
          <ns1:bodyPr wrap="square" lIns="0" tIns="0" rIns="0" bIns="0" anchor="ctr">
            <ns1:noAutofit/>
          </ns1:bodyPr>
          <ns1:lstStyle>
            <ns1:defPPr algn="ctr">
              <ns1:defRPr sz="172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172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172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172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172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172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172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172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172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172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algn="ctr">
              <ns1:defRPr sz="172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725" b="1">
                <ns1:solidFill>
                  <ns1:srgbClr val="FFFFFF"/>
                </ns1:solidFill>
                <ns1:latin typeface="Microsoft YaHei"/>
                <ns1:ea typeface="微软雅黑"/>
                <ns1:cs typeface="Microsoft YaHei"/>
              </ns1:rPr>
              <ns1:t>模型客户端</ns1:t>
            </ns1:r>
          </ns1:p>
        </ns0:txBody>
      </ns0:sp>
      <ns0:sp>
        <ns0:nvSpPr>
          <ns0:cNvPr id="416" name="">
            <ns1:extLst>
              <ns1:ext uri="{FF2B5EF4-FFF2-40B4-BE49-F238E27FC236}">
                <ns2:creationId id="{0E61EA1C-27E6-4938-B648-BE19CBEC06A0}"/>
              </ns1:ext>
            </ns1:extLst>
          </ns0:cNvPr>
          <ns0:cNvSpPr>
            <ns1:spLocks noGrp="1"/>
          </ns0:cNvSpPr>
          <ns0:nvPr/>
        </ns0:nvSpPr>
        <ns0:spPr>
          <ns1:xfrm>
            <ns1:off x="6391275" y="2305050"/>
            <ns1:ext cx="2000250" cy="666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7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外部模型调用</ns1:t>
            </ns1:r>
          </ns1:p>
          <ns1:p>
            <ns1: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7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仅返回行动候选</ns1:t>
            </ns1:r>
          </ns1:p>
        </ns0:txBody>
      </ns0:sp>
      <ns0:sp>
        <ns0:nvSpPr>
          <ns0:cNvPr id="417" name="">
            <ns1:extLst>
              <ns1:ext uri="{FF2B5EF4-FFF2-40B4-BE49-F238E27FC236}">
                <ns2:creationId id="{3AA59B94-5F8D-45E8-9E47-5D99FCD09982}"/>
              </ns1:ext>
            </ns1:extLst>
          </ns0:cNvPr>
          <ns0:cNvSpPr>
            <ns1:spLocks noGrp="1"/>
          </ns0:cNvSpPr>
          <ns0:nvPr/>
        </ns0:nvSpPr>
        <ns0:spPr>
          <ns1:xfrm>
            <ns1:off x="4400550" y="3000375"/>
            <ns1:ext cx="381000" cy="3238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 algn="ctr"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algn="ctr"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1">
                <ns1:solidFill>
                  <ns1:srgbClr val="538786"/>
                </ns1:solidFill>
                <ns1:latin typeface="Microsoft YaHei"/>
                <ns1:ea typeface="微软雅黑"/>
                <ns1:cs typeface="Microsoft YaHei"/>
              </ns1:rPr>
              <ns1:t>↕</ns1:t>
            </ns1:r>
          </ns1:p>
        </ns0:txBody>
      </ns0:sp>
      <ns0:sp>
        <ns0:nvSpPr>
          <ns0:cNvPr id="418" name="">
            <ns1:extLst>
              <ns1:ext uri="{FF2B5EF4-FFF2-40B4-BE49-F238E27FC236}">
                <ns2:creationId id="{3C1843A4-47CD-4AC5-A49D-7BE7C12C50A3}"/>
              </ns1:ext>
            </ns1:extLst>
          </ns0:cNvPr>
          <ns0:cNvSpPr>
            <ns1:spLocks noGrp="1"/>
          </ns0:cNvSpPr>
          <ns0:nvPr/>
        </ns0:nvSpPr>
        <ns0:spPr>
          <ns1:xfrm>
            <ns1:off x="3600450" y="3381375"/>
            <ns1:ext cx="2000250" cy="428625"/>
          </ns1:xfrm>
          <ns1:prstGeom prst="rect">
            <ns1:avLst/>
          </ns1:prstGeom>
          <ns1:solidFill>
            <ns1:srgbClr val="538786"/>
          </ns1:solidFill>
          <ns1:ln w="0">
            <ns1:noFill/>
          </ns1:ln>
        </ns0:spPr>
        <ns0:txBody>
          <ns1:bodyPr wrap="square" lIns="0" tIns="0" rIns="0" bIns="0" anchor="ctr">
            <ns1:noAutofit/>
          </ns1:bodyPr>
          <ns1:lstStyle>
            <ns1:defPPr algn="ctr">
              <ns1:defRPr sz="172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172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172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172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172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172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172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172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172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172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algn="ctr">
              <ns1:defRPr sz="1725" b="1">
                <ns1:solidFill>
                  <ns1:srgbClr val="FFFFFF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725" b="1">
                <ns1:solidFill>
                  <ns1:srgbClr val="FFFFFF"/>
                </ns1:solidFill>
                <ns1:latin typeface="Microsoft YaHei"/>
                <ns1:ea typeface="微软雅黑"/>
                <ns1:cs typeface="Microsoft YaHei"/>
              </ns1:rPr>
              <ns1:t>H2 / MySQL</ns1:t>
            </ns1:r>
          </ns1:p>
        </ns0:txBody>
      </ns0:sp>
      <ns0:sp>
        <ns0:nvSpPr>
          <ns0:cNvPr id="419" name="">
            <ns1:extLst>
              <ns1:ext uri="{FF2B5EF4-FFF2-40B4-BE49-F238E27FC236}">
                <ns2:creationId id="{5854EBEB-8229-4222-9E3C-0FBE43322BF3}"/>
              </ns1:ext>
            </ns1:extLst>
          </ns0:cNvPr>
          <ns0:cNvSpPr>
            <ns1:spLocks noGrp="1"/>
          </ns0:cNvSpPr>
          <ns0:nvPr/>
        </ns0:nvSpPr>
        <ns0:spPr>
          <ns1:xfrm>
            <ns1:off x="1428750" y="3962400"/>
            <ns1:ext cx="628650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algn="ctr"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7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课程、任务、档案、长期记忆与用量</ns1:t>
            </ns1:r>
          </ns1:p>
        </ns0:txBody>
      </ns0:sp>
      <ns0:sp>
        <ns0:nvSpPr>
          <ns0:cNvPr id="420" name="">
            <ns1:extLst>
              <ns1:ext uri="{FF2B5EF4-FFF2-40B4-BE49-F238E27FC236}">
                <ns2:creationId id="{7A855202-9BA8-45BA-B378-B50B36BC8F33}"/>
              </ns1:ext>
            </ns1:extLst>
          </ns0:cNvPr>
          <ns0:cNvSpPr>
            <ns1:spLocks noGrp="1"/>
          </ns0:cNvSpPr>
          <ns0:nvPr/>
        </ns0:nvSpPr>
        <ns0:spPr>
          <ns1:xfrm>
            <ns1:off x="752475" y="4419600"/>
            <ns1:ext cx="7648575" cy="2000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975" b="0">
                <ns1:solidFill>
                  <ns1:srgbClr val="66716D"/>
                </ns1:solidFill>
                <ns1:latin typeface="Microsoft YaHei"/>
                <ns1:ea typeface="微软雅黑"/>
                <ns1:cs typeface="Microsoft YaHei"/>
              </ns1:rPr>
              <ns1:t>模型提供建议，业务服务控制写入；外部模型调用会发送必要输入与上下文</ns1:t>
            </ns1:r>
          </ns1:p>
        </ns0:txBody>
      </ns0:sp>
      <ns0:sp>
        <ns0:nvSpPr>
          <ns0:cNvPr id="421" name="TextBox 420"/>
          <ns0:cNvSpPr txBox="1"/>
          <ns0:nvPr/>
        </ns0:nvSpPr>
        <ns0:spPr>
          <ns1:xfrm>
            <ns1:off x="6550000" y="4880000"/>
            <ns1:ext cx="2360000" cy="200000"/>
          </ns1:xfrm>
          <ns1:prstGeom prst="rect">
            <ns1:avLst/>
          </ns1:prstGeom>
          <ns1:noFill/>
        </ns0:spPr>
        <ns0:txBody>
          <ns1:bodyPr wrap="square" anchor="t" lIns="36576" rIns="36576" tIns="36576" bIns="36576">
            <ns1:spAutoFit/>
          </ns1:bodyPr>
          <ns1:lstStyle/>
          <ns1:p>
            <ns1:pPr algn="r">
              <ns1:lnSpc>
                <ns1:spcPct val="115000"/>
              </ns1:lnSpc>
              <ns1:spcAft>
                <ns1:spcPts val="400"/>
              </ns1:spcAft>
            </ns1:pPr>
            <ns1:r>
              <ns1:rPr sz="800" b="0">
                <ns1:solidFill>
                  <ns1:srgbClr val="5A6678"/>
                </ns1:solidFill>
                <ns1:ea typeface="微软雅黑"/>
              </ns1:rPr>
              <ns1:t>Campus Agent｜AIC-2026-15513467｜9/20</ns1:t>
            </ns1:r>
          </ns1:p>
        </ns0:txBody>
      </ns0:sp>
    </ns0:spTree>
    <ns0:extLst>
      <ns0:ext uri="{BB962C8B-B14F-4D97-AF65-F5344CB8AC3E}">
        <ns3:creationId val="1008632925"/>
      </ns0:ext>
    </ns0:extLst>
  </ns0:cSld>
</ns0:sld>
</file>

<file path=ppt/slides/slide9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412" name="Google Shape;412;p30">
            <ns1:extLst>
              <ns1:ext uri="{FF2B5EF4-FFF2-40B4-BE49-F238E27FC236}">
                <ns2:creationId id="{3581DAE4-B6D1-4305-B8F1-9593290D774B}"/>
              </ns1:ext>
            </ns1:extLst>
          </ns0:cNvPr>
          <ns0:cNvSpPr>
            <ns1:spLocks noGrp="1"/>
          </ns0:cNvSpPr>
          <ns0:nvPr>
            <ns0:ph type="title" idx="0"/>
          </ns0:nvPr>
        </ns0:nvSpPr>
        <ns0:spPr>
          <ns1:xfrm>
            <ns1:off x="723900" y="638175"/>
            <ns1:ext cx="7715250" cy="504825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>
                <ns1:ea typeface="微软雅黑"/>
              </ns1:rPr>
              <ns1:t>三道闸门：确认、复核、校验</ns1:t>
            </ns1:r>
            <ns1:endParaRPr/>
          </ns1:p>
        </ns0:txBody>
      </ns0:sp>
      <ns0:sp>
        <ns0:nvSpPr>
          <ns0:cNvPr id="413" name="Google Shape;413;p30">
            <ns1:extLst>
              <ns1:ext uri="{FF2B5EF4-FFF2-40B4-BE49-F238E27FC236}">
                <ns2:creationId id="{170973FB-1024-45C9-8181-63341B0833F0}"/>
              </ns1:ext>
            </ns1:extLst>
          </ns0:cNvPr>
          <ns0:cNvSpPr>
            <ns1:spLocks noGrp="1"/>
          </ns0:cNvSpPr>
          <ns0:nvPr>
            <ns0:ph type="subTitle" idx="4"/>
          </ns0:nvPr>
        </ns0:nvSpPr>
        <ns0:spPr>
          <ns1:xfrm>
            <ns1:off x="2447925" y="1285875"/>
            <ns1:ext cx="5715000" cy="333375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1">
                <ns1:solidFill>
                  <ns1:srgbClr val="538786"/>
                </ns1:solidFill>
                <ns1:latin typeface="Microsoft YaHei"/>
                <ns1:ea typeface="微软雅黑"/>
                <ns1:cs typeface="Microsoft YaHei"/>
              </ns1:rPr>
              <ns1:t>用户确认</ns1:t>
            </ns1:r>
            <ns1:endParaRPr/>
          </ns1:p>
        </ns0:txBody>
      </ns0:sp>
      <ns0:sp>
        <ns0:nvSpPr>
          <ns0:cNvPr id="414" name="Google Shape;414;p30">
            <ns1:extLst>
              <ns1:ext uri="{FF2B5EF4-FFF2-40B4-BE49-F238E27FC236}">
                <ns2:creationId id="{709F7D91-68EB-4D9D-866A-D564F69E164D}"/>
              </ns1:ext>
            </ns1:extLst>
          </ns0:cNvPr>
          <ns0:cNvSpPr>
            <ns1:spLocks noGrp="1"/>
          </ns0:cNvSpPr>
          <ns0:nvPr>
            <ns0:ph type="subTitle" idx="5"/>
          </ns0:nvPr>
        </ns0:nvSpPr>
        <ns0:spPr>
          <ns1:xfrm>
            <ns1:off x="2447925" y="2333625"/>
            <ns1:ext cx="5715000" cy="333375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1">
                <ns1:solidFill>
                  <ns1:srgbClr val="538786"/>
                </ns1:solidFill>
                <ns1:latin typeface="Microsoft YaHei"/>
                <ns1:ea typeface="微软雅黑"/>
                <ns1:cs typeface="Microsoft YaHei"/>
              </ns1:rPr>
              <ns1:t>状态复核</ns1:t>
            </ns1:r>
            <ns1:endParaRPr/>
          </ns1:p>
        </ns0:txBody>
      </ns0:sp>
      <ns0:sp>
        <ns0:nvSpPr>
          <ns0:cNvPr id="415" name="Google Shape;415;p30">
            <ns1:extLst>
              <ns1:ext uri="{FF2B5EF4-FFF2-40B4-BE49-F238E27FC236}">
                <ns2:creationId id="{06402B99-CDC8-4785-82C2-4D0A03083F16}"/>
              </ns1:ext>
            </ns1:extLst>
          </ns0:cNvPr>
          <ns0:cNvSpPr>
            <ns1:spLocks noGrp="1"/>
          </ns0:cNvSpPr>
          <ns0:nvPr>
            <ns0:ph type="subTitle" idx="1"/>
          </ns0:nvPr>
        </ns0:nvSpPr>
        <ns0:spPr>
          <ns1:xfrm>
            <ns1:off x="2447925" y="1704975"/>
            <ns1:ext cx="5715000" cy="638175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7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候选支持核对与修正</ns1:t>
            </ns1:r>
            <ns1:endParaRPr/>
          </ns1:p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7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明确确认后才进入任务管理</ns1:t>
            </ns1:r>
            <ns1:endParaRPr/>
          </ns1:p>
        </ns0:txBody>
      </ns0:sp>
      <ns0:sp>
        <ns0:nvSpPr>
          <ns0:cNvPr id="416" name="Google Shape;416;p30">
            <ns1:extLst>
              <ns1:ext uri="{FF2B5EF4-FFF2-40B4-BE49-F238E27FC236}">
                <ns2:creationId id="{C4FEB388-6FBA-4FE2-955C-5B529BA188BF}"/>
              </ns1:ext>
            </ns1:extLst>
          </ns0:cNvPr>
          <ns0:cNvSpPr>
            <ns1:spLocks noGrp="1"/>
          </ns0:cNvSpPr>
          <ns0:nvPr>
            <ns0:ph type="subTitle" idx="2"/>
          </ns0:nvPr>
        </ns0:nvSpPr>
        <ns0:spPr>
          <ns1:xfrm>
            <ns1:off x="2447925" y="2752725"/>
            <ns1:ext cx="5715000" cy="638175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7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模型调用前记录分域数据指纹</ns1:t>
            </ns1:r>
            <ns1:endParaRPr/>
          </ns1:p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7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执行前再次检查，避免旧建议覆盖新状态</ns1:t>
            </ns1:r>
            <ns1:endParaRPr/>
          </ns1:p>
        </ns0:txBody>
      </ns0:sp>
      <ns0:sp>
        <ns0:nvSpPr>
          <ns0:cNvPr id="417" name="Google Shape;417;p30">
            <ns1:extLst>
              <ns1:ext uri="{FF2B5EF4-FFF2-40B4-BE49-F238E27FC236}">
                <ns2:creationId id="{2F36911B-01D3-42D7-BA6E-97F1DB1380B4}"/>
              </ns1:ext>
            </ns1:extLst>
          </ns0:cNvPr>
          <ns0:cNvSpPr>
            <ns1:spLocks noGrp="1"/>
          </ns0:cNvSpPr>
          <ns0:nvPr>
            <ns0:ph type="subTitle" idx="3"/>
          </ns0:nvPr>
        </ns0:nvSpPr>
        <ns0:spPr>
          <ns1:xfrm>
            <ns1:off x="2447925" y="3800475"/>
            <ns1:ext cx="5715000" cy="638175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7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校验任务引用、课程、休息及时间重叠</ns1:t>
            </ns1:r>
            <ns1:endParaRPr/>
          </ns1:p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57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7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拒绝非法输出，保留明确失败状态</ns1:t>
            </ns1:r>
            <ns1:endParaRPr/>
          </ns1:p>
        </ns0:txBody>
      </ns0:sp>
      <ns0:sp>
        <ns0:nvSpPr>
          <ns0:cNvPr id="418" name="Google Shape;418;p30">
            <ns1:extLst>
              <ns1:ext uri="{FF2B5EF4-FFF2-40B4-BE49-F238E27FC236}">
                <ns2:creationId id="{A083DD70-BC87-421C-8B16-0C1F9A03A9B2}"/>
              </ns1:ext>
            </ns1:extLst>
          </ns0:cNvPr>
          <ns0:cNvSpPr>
            <ns1:spLocks noGrp="1"/>
          </ns0:cNvSpPr>
          <ns0:nvPr>
            <ns0:ph type="subTitle" idx="6"/>
          </ns0:nvPr>
        </ns0:nvSpPr>
        <ns0:spPr>
          <ns1:xfrm>
            <ns1:off x="2447925" y="3381375"/>
            <ns1:ext cx="5715000" cy="333375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1">
                <ns1:solidFill>
                  <ns1:srgbClr val="538786"/>
                </ns1:solidFill>
                <ns1:latin typeface="Microsoft YaHei"/>
                <ns1:ea typeface="微软雅黑"/>
                <ns1:cs typeface="Microsoft YaHei"/>
              </ns1:rPr>
              <ns1:t>结构与计划校验</ns1:t>
            </ns1:r>
            <ns1:endParaRPr/>
          </ns1:p>
        </ns0:txBody>
      </ns0:sp>
      <ns0:sp>
        <ns0:nvSpPr>
          <ns0:cNvPr id="420" name="Google Shape;420;p30">
            <ns1:extLst>
              <ns1:ext uri="{FF2B5EF4-FFF2-40B4-BE49-F238E27FC236}">
                <ns2:creationId id="{CA0169AA-A1F2-4277-9193-E84464FAF5D3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1926338" y="1224956"/>
            <ns1:ext cx="295982" cy="208011"/>
          </ns1:xfrm>
          <ns1:custGeom>
            <ns1:rect l="l" t="t" r="r" b="b"/>
            <ns1:pathLst>
              <ns1:path w="561103" h="394334">
                <ns1:moveTo>
                  <ns1:pt x="545782" y="0"/>
                </ns1:moveTo>
                <ns1:lnTo>
                  <ns1:pt x="337185" y="0"/>
                </ns1:lnTo>
                <ns1:lnTo>
                  <ns1:pt x="297180" y="120015"/>
                </ns1:lnTo>
                <ns1:cubicBezTo>
                  <ns1:pt x="295275" y="126683"/>
                  <ns1:pt x="288607" y="131445"/>
                  <ns1:pt x="281940" y="131445"/>
                </ns1:cubicBezTo>
                <ns1:lnTo>
                  <ns1:pt x="0" y="131445"/>
                </ns1:lnTo>
                <ns1:lnTo>
                  <ns1:pt x="0" y="378142"/>
                </ns1:lnTo>
                <ns1:cubicBezTo>
                  <ns1:pt x="0" y="387667"/>
                  <ns1:pt x="7620" y="394335"/>
                  <ns1:pt x="16193" y="394335"/>
                </ns1:cubicBezTo>
                <ns1:lnTo>
                  <ns1:pt x="33338" y="394335"/>
                </ns1:lnTo>
                <ns1:lnTo>
                  <ns1:pt x="33338" y="213360"/>
                </ns1:lnTo>
                <ns1:cubicBezTo>
                  <ns1:pt x="33338" y="185738"/>
                  <ns1:pt x="55245" y="163830"/>
                  <ns1:pt x="82868" y="163830"/>
                </ns1:cubicBezTo>
                <ns1:lnTo>
                  <ns1:pt x="478155" y="163830"/>
                </ns1:lnTo>
                <ns1:cubicBezTo>
                  <ns1:pt x="505777" y="163830"/>
                  <ns1:pt x="527685" y="185738"/>
                  <ns1:pt x="527685" y="213360"/>
                </ns1:cubicBezTo>
                <ns1:lnTo>
                  <ns1:pt x="527685" y="394335"/>
                </ns1:lnTo>
                <ns1:lnTo>
                  <ns1:pt x="544830" y="394335"/>
                </ns1:lnTo>
                <ns1:cubicBezTo>
                  <ns1:pt x="554355" y="394335"/>
                  <ns1:pt x="561023" y="386715"/>
                  <ns1:pt x="561023" y="378142"/>
                </ns1:cubicBezTo>
                <ns1:lnTo>
                  <ns1:pt x="561023" y="16192"/>
                </ns1:lnTo>
                <ns1:cubicBezTo>
                  <ns1:pt x="561975" y="7620"/>
                  <ns1:pt x="554355" y="0"/>
                  <ns1:pt x="545782" y="0"/>
                </ns1:cubicBezTo>
                <ns1:lnTo>
                  <ns1:pt x="545782" y="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21" name="Google Shape;421;p30">
            <ns1:extLst>
              <ns1:ext uri="{FF2B5EF4-FFF2-40B4-BE49-F238E27FC236}">
                <ns2:creationId id="{7D58F840-3765-4700-AC71-09BA5D344242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1926842" y="1224956"/>
            <ns1:ext cx="159274" cy="52254"/>
          </ns1:xfrm>
          <ns1:custGeom>
            <ns1:rect l="l" t="t" r="r" b="b"/>
            <ns1:pathLst>
              <ns1:path w="301942" h="99059">
                <ns1:moveTo>
                  <ns1:pt x="268605" y="99060"/>
                </ns1:moveTo>
                <ns1:lnTo>
                  <ns1:pt x="301943" y="0"/>
                </ns1:lnTo>
                <ns1:lnTo>
                  <ns1:pt x="16193" y="0"/>
                </ns1:lnTo>
                <ns1:cubicBezTo>
                  <ns1:pt x="6668" y="0"/>
                  <ns1:pt x="0" y="7620"/>
                  <ns1:pt x="0" y="16192"/>
                </ns1:cubicBezTo>
                <ns1:lnTo>
                  <ns1:pt x="0" y="98108"/>
                </ns1:lnTo>
                <ns1:lnTo>
                  <ns1:pt x="268605" y="98108"/>
                </ns1:lnTo>
                <ns1:close/>
                <ns1:moveTo>
                  <ns1:pt x="214313" y="33338"/>
                </ns1:moveTo>
                <ns1:cubicBezTo>
                  <ns1:pt x="223838" y="33338"/>
                  <ns1:pt x="230505" y="40958"/>
                  <ns1:pt x="230505" y="49530"/>
                </ns1:cubicBezTo>
                <ns1:cubicBezTo>
                  <ns1:pt x="230505" y="58103"/>
                  <ns1:pt x="222885" y="65722"/>
                  <ns1:pt x="214313" y="65722"/>
                </ns1:cubicBezTo>
                <ns1:cubicBezTo>
                  <ns1:pt x="205740" y="65722"/>
                  <ns1:pt x="198120" y="58103"/>
                  <ns1:pt x="198120" y="49530"/>
                </ns1:cubicBezTo>
                <ns1:cubicBezTo>
                  <ns1:pt x="198120" y="40958"/>
                  <ns1:pt x="204788" y="33338"/>
                  <ns1:pt x="214313" y="33338"/>
                </ns1:cubicBezTo>
                <ns1:lnTo>
                  <ns1:pt x="214313" y="33338"/>
                </ns1:lnTo>
                <ns1:close/>
                <ns1:moveTo>
                  <ns1:pt x="148590" y="33338"/>
                </ns1:moveTo>
                <ns1:cubicBezTo>
                  <ns1:pt x="158115" y="33338"/>
                  <ns1:pt x="164783" y="40958"/>
                  <ns1:pt x="164783" y="49530"/>
                </ns1:cubicBezTo>
                <ns1:cubicBezTo>
                  <ns1:pt x="164783" y="58103"/>
                  <ns1:pt x="157163" y="65722"/>
                  <ns1:pt x="148590" y="65722"/>
                </ns1:cubicBezTo>
                <ns1:cubicBezTo>
                  <ns1:pt x="140018" y="65722"/>
                  <ns1:pt x="132398" y="58103"/>
                  <ns1:pt x="132398" y="49530"/>
                </ns1:cubicBezTo>
                <ns1:cubicBezTo>
                  <ns1:pt x="132398" y="40958"/>
                  <ns1:pt x="139065" y="33338"/>
                  <ns1:pt x="148590" y="33338"/>
                </ns1:cubicBezTo>
                <ns1:lnTo>
                  <ns1:pt x="148590" y="33338"/>
                </ns1:lnTo>
                <ns1:close/>
                <ns1:moveTo>
                  <ns1:pt x="82868" y="33338"/>
                </ns1:moveTo>
                <ns1:cubicBezTo>
                  <ns1:pt x="92393" y="33338"/>
                  <ns1:pt x="99060" y="40958"/>
                  <ns1:pt x="99060" y="49530"/>
                </ns1:cubicBezTo>
                <ns1:cubicBezTo>
                  <ns1:pt x="99060" y="58103"/>
                  <ns1:pt x="91440" y="65722"/>
                  <ns1:pt x="82868" y="65722"/>
                </ns1:cubicBezTo>
                <ns1:cubicBezTo>
                  <ns1:pt x="74295" y="65722"/>
                  <ns1:pt x="66675" y="58103"/>
                  <ns1:pt x="66675" y="49530"/>
                </ns1:cubicBezTo>
                <ns1:cubicBezTo>
                  <ns1:pt x="66675" y="40958"/>
                  <ns1:pt x="73343" y="33338"/>
                  <ns1:pt x="82868" y="33338"/>
                </ns1:cubicBezTo>
                <ns1:lnTo>
                  <ns1:pt x="82868" y="33338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22" name="Google Shape;422;p30">
            <ns1:extLst>
              <ns1:ext uri="{FF2B5EF4-FFF2-40B4-BE49-F238E27FC236}">
                <ns2:creationId id="{6DCD9D2F-36B1-41AF-B569-01653B99AF32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1961591" y="1329202"/>
            <ns1:ext cx="225640" cy="173343"/>
          </ns1:xfrm>
          <ns1:custGeom>
            <ns1:rect l="l" t="t" r="r" b="b"/>
            <ns1:pathLst>
              <ns1:path w="427753" h="328612">
                <ns1:moveTo>
                  <ns1:pt x="411480" y="0"/>
                </ns1:moveTo>
                <ns1:lnTo>
                  <ns1:pt x="16193" y="0"/>
                </ns1:lnTo>
                <ns1:cubicBezTo>
                  <ns1:pt x="6668" y="0"/>
                  <ns1:pt x="0" y="7620"/>
                  <ns1:pt x="0" y="16192"/>
                </ns1:cubicBezTo>
                <ns1:lnTo>
                  <ns1:pt x="0" y="312420"/>
                </ns1:lnTo>
                <ns1:cubicBezTo>
                  <ns1:pt x="0" y="321945"/>
                  <ns1:pt x="7620" y="328613"/>
                  <ns1:pt x="16193" y="328613"/>
                </ns1:cubicBezTo>
                <ns1:lnTo>
                  <ns1:pt x="411480" y="328613"/>
                </ns1:lnTo>
                <ns1:cubicBezTo>
                  <ns1:pt x="421005" y="328613"/>
                  <ns1:pt x="427673" y="320992"/>
                  <ns1:pt x="427673" y="312420"/>
                </ns1:cubicBezTo>
                <ns1:lnTo>
                  <ns1:pt x="427673" y="16192"/>
                </ns1:lnTo>
                <ns1:cubicBezTo>
                  <ns1:pt x="428625" y="7620"/>
                  <ns1:pt x="421005" y="0"/>
                  <ns1:pt x="411480" y="0"/>
                </ns1:cubicBezTo>
                <ns1:lnTo>
                  <ns1:pt x="411480" y="0"/>
                </ns1:lnTo>
                <ns1:close/>
                <ns1:moveTo>
                  <ns1:pt x="313373" y="49530"/>
                </ns1:moveTo>
                <ns1:cubicBezTo>
                  <ns1:pt x="322898" y="49530"/>
                  <ns1:pt x="329565" y="57150"/>
                  <ns1:pt x="329565" y="65723"/>
                </ns1:cubicBezTo>
                <ns1:cubicBezTo>
                  <ns1:pt x="329565" y="74295"/>
                  <ns1:pt x="321945" y="81915"/>
                  <ns1:pt x="313373" y="81915"/>
                </ns1:cubicBezTo>
                <ns1:cubicBezTo>
                  <ns1:pt x="304800" y="81915"/>
                  <ns1:pt x="297180" y="74295"/>
                  <ns1:pt x="297180" y="65723"/>
                </ns1:cubicBezTo>
                <ns1:cubicBezTo>
                  <ns1:pt x="297180" y="57150"/>
                  <ns1:pt x="303848" y="49530"/>
                  <ns1:pt x="313373" y="49530"/>
                </ns1:cubicBezTo>
                <ns1:lnTo>
                  <ns1:pt x="313373" y="49530"/>
                </ns1:lnTo>
                <ns1:close/>
                <ns1:moveTo>
                  <ns1:pt x="247650" y="49530"/>
                </ns1:moveTo>
                <ns1:cubicBezTo>
                  <ns1:pt x="257175" y="49530"/>
                  <ns1:pt x="263843" y="57150"/>
                  <ns1:pt x="263843" y="65723"/>
                </ns1:cubicBezTo>
                <ns1:cubicBezTo>
                  <ns1:pt x="263843" y="74295"/>
                  <ns1:pt x="256223" y="81915"/>
                  <ns1:pt x="247650" y="81915"/>
                </ns1:cubicBezTo>
                <ns1:cubicBezTo>
                  <ns1:pt x="239077" y="81915"/>
                  <ns1:pt x="231457" y="74295"/>
                  <ns1:pt x="231457" y="65723"/>
                </ns1:cubicBezTo>
                <ns1:cubicBezTo>
                  <ns1:pt x="231457" y="57150"/>
                  <ns1:pt x="238125" y="49530"/>
                  <ns1:pt x="247650" y="49530"/>
                </ns1:cubicBezTo>
                <ns1:lnTo>
                  <ns1:pt x="247650" y="49530"/>
                </ns1:lnTo>
                <ns1:close/>
                <ns1:moveTo>
                  <ns1:pt x="230505" y="132398"/>
                </ns1:moveTo>
                <ns1:cubicBezTo>
                  <ns1:pt x="230505" y="141923"/>
                  <ns1:pt x="222885" y="148590"/>
                  <ns1:pt x="214313" y="148590"/>
                </ns1:cubicBezTo>
                <ns1:lnTo>
                  <ns1:pt x="115252" y="148590"/>
                </ns1:lnTo>
                <ns1:cubicBezTo>
                  <ns1:pt x="105727" y="148590"/>
                  <ns1:pt x="99060" y="140970"/>
                  <ns1:pt x="99060" y="132398"/>
                </ns1:cubicBezTo>
                <ns1:cubicBezTo>
                  <ns1:pt x="99060" y="123825"/>
                  <ns1:pt x="106680" y="116205"/>
                  <ns1:pt x="115252" y="116205"/>
                </ns1:cubicBezTo>
                <ns1:lnTo>
                  <ns1:pt x="214313" y="116205"/>
                </ns1:lnTo>
                <ns1:cubicBezTo>
                  <ns1:pt x="223838" y="115253"/>
                  <ns1:pt x="230505" y="122873"/>
                  <ns1:pt x="230505" y="132398"/>
                </ns1:cubicBezTo>
                <ns1:lnTo>
                  <ns1:pt x="230505" y="132398"/>
                </ns1:lnTo>
                <ns1:close/>
                <ns1:moveTo>
                  <ns1:pt x="82868" y="49530"/>
                </ns1:moveTo>
                <ns1:lnTo>
                  <ns1:pt x="180975" y="49530"/>
                </ns1:lnTo>
                <ns1:cubicBezTo>
                  <ns1:pt x="190500" y="49530"/>
                  <ns1:pt x="197168" y="57150"/>
                  <ns1:pt x="197168" y="65723"/>
                </ns1:cubicBezTo>
                <ns1:cubicBezTo>
                  <ns1:pt x="197168" y="74295"/>
                  <ns1:pt x="189548" y="81915"/>
                  <ns1:pt x="180975" y="81915"/>
                </ns1:cubicBezTo>
                <ns1:lnTo>
                  <ns1:pt x="81915" y="81915"/>
                </ns1:lnTo>
                <ns1:cubicBezTo>
                  <ns1:pt x="72390" y="81915"/>
                  <ns1:pt x="65723" y="74295"/>
                  <ns1:pt x="65723" y="65723"/>
                </ns1:cubicBezTo>
                <ns1:cubicBezTo>
                  <ns1:pt x="65723" y="57150"/>
                  <ns1:pt x="73343" y="49530"/>
                  <ns1:pt x="82868" y="49530"/>
                </ns1:cubicBezTo>
                <ns1:lnTo>
                  <ns1:pt x="82868" y="49530"/>
                </ns1:lnTo>
                <ns1:close/>
                <ns1:moveTo>
                  <ns1:pt x="82868" y="181928"/>
                </ns1:moveTo>
                <ns1:cubicBezTo>
                  <ns1:pt x="92393" y="181928"/>
                  <ns1:pt x="99060" y="189548"/>
                  <ns1:pt x="99060" y="198120"/>
                </ns1:cubicBezTo>
                <ns1:cubicBezTo>
                  <ns1:pt x="99060" y="206692"/>
                  <ns1:pt x="91440" y="214313"/>
                  <ns1:pt x="82868" y="214313"/>
                </ns1:cubicBezTo>
                <ns1:cubicBezTo>
                  <ns1:pt x="74295" y="214313"/>
                  <ns1:pt x="66675" y="206692"/>
                  <ns1:pt x="66675" y="198120"/>
                </ns1:cubicBezTo>
                <ns1:cubicBezTo>
                  <ns1:pt x="66675" y="189548"/>
                  <ns1:pt x="73343" y="181928"/>
                  <ns1:pt x="82868" y="181928"/>
                </ns1:cubicBezTo>
                <ns1:lnTo>
                  <ns1:pt x="82868" y="181928"/>
                </ns1:lnTo>
                <ns1:close/>
                <ns1:moveTo>
                  <ns1:pt x="180975" y="280035"/>
                </ns1:moveTo>
                <ns1:lnTo>
                  <ns1:pt x="81915" y="280035"/>
                </ns1:lnTo>
                <ns1:cubicBezTo>
                  <ns1:pt x="72390" y="280035"/>
                  <ns1:pt x="65723" y="272415"/>
                  <ns1:pt x="65723" y="263842"/>
                </ns1:cubicBezTo>
                <ns1:cubicBezTo>
                  <ns1:pt x="65723" y="255270"/>
                  <ns1:pt x="73343" y="247650"/>
                  <ns1:pt x="81915" y="247650"/>
                </ns1:cubicBezTo>
                <ns1:lnTo>
                  <ns1:pt x="180975" y="247650"/>
                </ns1:lnTo>
                <ns1:cubicBezTo>
                  <ns1:pt x="190500" y="247650"/>
                  <ns1:pt x="197168" y="255270"/>
                  <ns1:pt x="197168" y="263842"/>
                </ns1:cubicBezTo>
                <ns1:cubicBezTo>
                  <ns1:pt x="197168" y="272415"/>
                  <ns1:pt x="190500" y="280035"/>
                  <ns1:pt x="180975" y="280035"/>
                </ns1:cubicBezTo>
                <ns1:lnTo>
                  <ns1:pt x="180975" y="280035"/>
                </ns1:lnTo>
                <ns1:close/>
                <ns1:moveTo>
                  <ns1:pt x="214313" y="214313"/>
                </ns1:moveTo>
                <ns1:lnTo>
                  <ns1:pt x="148590" y="214313"/>
                </ns1:lnTo>
                <ns1:cubicBezTo>
                  <ns1:pt x="139065" y="214313"/>
                  <ns1:pt x="132398" y="206692"/>
                  <ns1:pt x="132398" y="198120"/>
                </ns1:cubicBezTo>
                <ns1:cubicBezTo>
                  <ns1:pt x="132398" y="189548"/>
                  <ns1:pt x="140018" y="181928"/>
                  <ns1:pt x="148590" y="181928"/>
                </ns1:cubicBezTo>
                <ns1:lnTo>
                  <ns1:pt x="214313" y="181928"/>
                </ns1:lnTo>
                <ns1:cubicBezTo>
                  <ns1:pt x="223838" y="181928"/>
                  <ns1:pt x="230505" y="189548"/>
                  <ns1:pt x="230505" y="198120"/>
                </ns1:cubicBezTo>
                <ns1:cubicBezTo>
                  <ns1:pt x="230505" y="206692"/>
                  <ns1:pt x="223838" y="214313"/>
                  <ns1:pt x="214313" y="214313"/>
                </ns1:cubicBezTo>
                <ns1:lnTo>
                  <ns1:pt x="214313" y="214313"/>
                </ns1:lnTo>
                <ns1:close/>
                <ns1:moveTo>
                  <ns1:pt x="313373" y="280035"/>
                </ns1:moveTo>
                <ns1:lnTo>
                  <ns1:pt x="247650" y="280035"/>
                </ns1:lnTo>
                <ns1:cubicBezTo>
                  <ns1:pt x="238125" y="280035"/>
                  <ns1:pt x="231457" y="272415"/>
                  <ns1:pt x="231457" y="263842"/>
                </ns1:cubicBezTo>
                <ns1:cubicBezTo>
                  <ns1:pt x="231457" y="255270"/>
                  <ns1:pt x="239077" y="247650"/>
                  <ns1:pt x="247650" y="247650"/>
                </ns1:cubicBezTo>
                <ns1:lnTo>
                  <ns1:pt x="313373" y="247650"/>
                </ns1:lnTo>
                <ns1:cubicBezTo>
                  <ns1:pt x="322898" y="247650"/>
                  <ns1:pt x="329565" y="255270"/>
                  <ns1:pt x="329565" y="263842"/>
                </ns1:cubicBezTo>
                <ns1:cubicBezTo>
                  <ns1:pt x="329565" y="272415"/>
                  <ns1:pt x="321945" y="280035"/>
                  <ns1:pt x="313373" y="280035"/>
                </ns1:cubicBezTo>
                <ns1:lnTo>
                  <ns1:pt x="313373" y="280035"/>
                </ns1:lnTo>
                <ns1:close/>
                <ns1:moveTo>
                  <ns1:pt x="345757" y="214313"/>
                </ns1:moveTo>
                <ns1:lnTo>
                  <ns1:pt x="280035" y="214313"/>
                </ns1:lnTo>
                <ns1:cubicBezTo>
                  <ns1:pt x="270510" y="214313"/>
                  <ns1:pt x="263843" y="206692"/>
                  <ns1:pt x="263843" y="198120"/>
                </ns1:cubicBezTo>
                <ns1:cubicBezTo>
                  <ns1:pt x="263843" y="189548"/>
                  <ns1:pt x="271463" y="181928"/>
                  <ns1:pt x="280035" y="181928"/>
                </ns1:cubicBezTo>
                <ns1:lnTo>
                  <ns1:pt x="345757" y="181928"/>
                </ns1:lnTo>
                <ns1:cubicBezTo>
                  <ns1:pt x="355282" y="181928"/>
                  <ns1:pt x="361950" y="189548"/>
                  <ns1:pt x="361950" y="198120"/>
                </ns1:cubicBezTo>
                <ns1:cubicBezTo>
                  <ns1:pt x="361950" y="206692"/>
                  <ns1:pt x="355282" y="214313"/>
                  <ns1:pt x="345757" y="214313"/>
                </ns1:cubicBezTo>
                <ns1:lnTo>
                  <ns1:pt x="345757" y="214313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24" name="Google Shape;424;p30">
            <ns1:extLst>
              <ns1:ext uri="{FF2B5EF4-FFF2-40B4-BE49-F238E27FC236}">
                <ns2:creationId id="{62CF1A50-B247-41D7-8C17-E66AD6682E30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2030780" y="2416656"/>
            <ns1:ext cx="17585" cy="52254"/>
          </ns1:xfrm>
          <ns1:custGeom>
            <ns1:rect l="l" t="t" r="r" b="b"/>
            <ns1:pathLst>
              <ns1:path w="33337" h="99059">
                <ns1:moveTo>
                  <ns1:pt x="0" y="0"/>
                </ns1:moveTo>
                <ns1:lnTo>
                  <ns1:pt x="33338" y="0"/>
                </ns1:lnTo>
                <ns1:lnTo>
                  <ns1:pt x="33338" y="99060"/>
                </ns1:lnTo>
                <ns1:lnTo>
                  <ns1:pt x="0" y="9906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25" name="Google Shape;425;p30">
            <ns1:extLst>
              <ns1:ext uri="{FF2B5EF4-FFF2-40B4-BE49-F238E27FC236}">
                <ns2:creationId id="{CC6225CF-802C-41C1-B2E1-5EB705C25CFC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2066032" y="2399030"/>
            <ns1:ext cx="17585" cy="69337"/>
          </ns1:xfrm>
          <ns1:custGeom>
            <ns1:rect l="l" t="t" r="r" b="b"/>
            <ns1:pathLst>
              <ns1:path w="33337" h="131445">
                <ns1:moveTo>
                  <ns1:pt x="0" y="0"/>
                </ns1:moveTo>
                <ns1:lnTo>
                  <ns1:pt x="33338" y="0"/>
                </ns1:lnTo>
                <ns1:lnTo>
                  <ns1:pt x="33338" y="131445"/>
                </ns1:lnTo>
                <ns1:lnTo>
                  <ns1:pt x="0" y="131445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26" name="Google Shape;426;p30">
            <ns1:extLst>
              <ns1:ext uri="{FF2B5EF4-FFF2-40B4-BE49-F238E27FC236}">
                <ns2:creationId id="{0459F57A-7AC8-4A4A-BA6C-FB30486D1AE6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2100781" y="2451405"/>
            <ns1:ext cx="17585" cy="17585"/>
          </ns1:xfrm>
          <ns1:custGeom>
            <ns1:rect l="l" t="t" r="r" b="b"/>
            <ns1:pathLst>
              <ns1:path w="33337" h="33337">
                <ns1:moveTo>
                  <ns1:pt x="0" y="0"/>
                </ns1:moveTo>
                <ns1:lnTo>
                  <ns1:pt x="33337" y="0"/>
                </ns1:lnTo>
                <ns1:lnTo>
                  <ns1:pt x="33337" y="33337"/>
                </ns1:lnTo>
                <ns1:lnTo>
                  <ns1:pt x="0" y="33337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27" name="Google Shape;427;p30">
            <ns1:extLst>
              <ns1:ext uri="{FF2B5EF4-FFF2-40B4-BE49-F238E27FC236}">
                <ns2:creationId id="{21D4F05F-0CC1-4C45-A69F-E23BFA2CE58C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1961282" y="2329029"/>
            <ns1:ext cx="226100" cy="296442"/>
          </ns1:xfrm>
          <ns1:custGeom>
            <ns1:rect l="l" t="t" r="r" b="b"/>
            <ns1:pathLst>
              <ns1:path w="428625" h="561975">
                <ns1:moveTo>
                  <ns1:pt x="428625" y="215265"/>
                </ns1:moveTo>
                <ns1:cubicBezTo>
                  <ns1:pt x="428625" y="96203"/>
                  <ns1:pt x="332423" y="0"/>
                  <ns1:pt x="214313" y="0"/>
                </ns1:cubicBezTo>
                <ns1:cubicBezTo>
                  <ns1:pt x="96203" y="0"/>
                  <ns1:pt x="0" y="96203"/>
                  <ns1:pt x="0" y="215265"/>
                </ns1:cubicBezTo>
                <ns1:cubicBezTo>
                  <ns1:pt x="0" y="366713"/>
                  <ns1:pt x="109538" y="480060"/>
                  <ns1:pt x="166688" y="529590"/>
                </ns1:cubicBezTo>
                <ns1:lnTo>
                  <ns1:pt x="82868" y="529590"/>
                </ns1:lnTo>
                <ns1:cubicBezTo>
                  <ns1:pt x="73343" y="529590"/>
                  <ns1:pt x="66675" y="537210"/>
                  <ns1:pt x="66675" y="545782"/>
                </ns1:cubicBezTo>
                <ns1:cubicBezTo>
                  <ns1:pt x="66675" y="555307"/>
                  <ns1:pt x="74295" y="561975"/>
                  <ns1:pt x="82868" y="561975"/>
                </ns1:cubicBezTo>
                <ns1:lnTo>
                  <ns1:pt x="346710" y="561975"/>
                </ns1:lnTo>
                <ns1:cubicBezTo>
                  <ns1:pt x="356235" y="561975"/>
                  <ns1:pt x="362903" y="554355"/>
                  <ns1:pt x="362903" y="545782"/>
                </ns1:cubicBezTo>
                <ns1:cubicBezTo>
                  <ns1:pt x="362903" y="536257"/>
                  <ns1:pt x="355283" y="529590"/>
                  <ns1:pt x="346710" y="529590"/>
                </ns1:cubicBezTo>
                <ns1:lnTo>
                  <ns1:pt x="262890" y="529590"/>
                </ns1:lnTo>
                <ns1:cubicBezTo>
                  <ns1:pt x="319088" y="480060"/>
                  <ns1:pt x="428625" y="365760"/>
                  <ns1:pt x="428625" y="215265"/>
                </ns1:cubicBezTo>
                <ns1:lnTo>
                  <ns1:pt x="428625" y="215265"/>
                </ns1:lnTo>
                <ns1:close/>
                <ns1:moveTo>
                  <ns1:pt x="115253" y="297180"/>
                </ns1:moveTo>
                <ns1:cubicBezTo>
                  <ns1:pt x="105728" y="297180"/>
                  <ns1:pt x="99060" y="289560"/>
                  <ns1:pt x="99060" y="280988"/>
                </ns1:cubicBezTo>
                <ns1:cubicBezTo>
                  <ns1:pt x="99060" y="280988"/>
                  <ns1:pt x="99060" y="193357"/>
                  <ns1:pt x="99060" y="149543"/>
                </ns1:cubicBezTo>
                <ns1:cubicBezTo>
                  <ns1:pt x="99060" y="140018"/>
                  <ns1:pt x="106680" y="133350"/>
                  <ns1:pt x="115253" y="133350"/>
                </ns1:cubicBezTo>
                <ns1:lnTo>
                  <ns1:pt x="164783" y="133350"/>
                </ns1:lnTo>
                <ns1:lnTo>
                  <ns1:pt x="164783" y="117157"/>
                </ns1:lnTo>
                <ns1:cubicBezTo>
                  <ns1:pt x="164783" y="107632"/>
                  <ns1:pt x="172403" y="100965"/>
                  <ns1:pt x="180975" y="100965"/>
                </ns1:cubicBezTo>
                <ns1:lnTo>
                  <ns1:pt x="246698" y="100965"/>
                </ns1:lnTo>
                <ns1:cubicBezTo>
                  <ns1:pt x="256223" y="100965"/>
                  <ns1:pt x="262890" y="108585"/>
                  <ns1:pt x="262890" y="117157"/>
                </ns1:cubicBezTo>
                <ns1:lnTo>
                  <ns1:pt x="262890" y="199072"/>
                </ns1:lnTo>
                <ns1:lnTo>
                  <ns1:pt x="312420" y="199072"/>
                </ns1:lnTo>
                <ns1:cubicBezTo>
                  <ns1:pt x="321945" y="199072"/>
                  <ns1:pt x="328613" y="206693"/>
                  <ns1:pt x="328613" y="215265"/>
                </ns1:cubicBezTo>
                <ns1:lnTo>
                  <ns1:pt x="328613" y="280988"/>
                </ns1:lnTo>
                <ns1:cubicBezTo>
                  <ns1:pt x="328613" y="290513"/>
                  <ns1:pt x="320993" y="297180"/>
                  <ns1:pt x="312420" y="297180"/>
                </ns1:cubicBezTo>
                <ns1:lnTo>
                  <ns1:pt x="115253" y="29718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29" name="Google Shape;429;p30">
            <ns1:extLst>
              <ns1:ext uri="{FF2B5EF4-FFF2-40B4-BE49-F238E27FC236}">
                <ns2:creationId id="{EE18F6A4-07E0-4242-9335-A7DF4B111576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1961521" y="3451922"/>
            <ns1:ext cx="225601" cy="176722"/>
          </ns1:xfrm>
          <ns1:custGeom>
            <ns1:rect l="l" t="t" r="r" b="b"/>
            <ns1:pathLst>
              <ns1:path w="427679" h="335018">
                <ns1:moveTo>
                  <ns1:pt x="214313" y="0"/>
                </ns1:moveTo>
                <ns1:cubicBezTo>
                  <ns1:pt x="96203" y="0"/>
                  <ns1:pt x="0" y="96203"/>
                  <ns1:pt x="0" y="214313"/>
                </ns1:cubicBezTo>
                <ns1:cubicBezTo>
                  <ns1:pt x="0" y="254318"/>
                  <ns1:pt x="11430" y="293370"/>
                  <ns1:pt x="32385" y="327660"/>
                </ns1:cubicBezTo>
                <ns1:cubicBezTo>
                  <ns1:pt x="37148" y="335280"/>
                  <ns1:pt x="47625" y="337185"/>
                  <ns1:pt x="55245" y="332422"/>
                </ns1:cubicBezTo>
                <ns1:cubicBezTo>
                  <ns1:pt x="62865" y="327660"/>
                  <ns1:pt x="65723" y="317182"/>
                  <ns1:pt x="60008" y="309563"/>
                </ns1:cubicBezTo>
                <ns1:cubicBezTo>
                  <ns1:pt x="41910" y="280988"/>
                  <ns1:pt x="32385" y="247650"/>
                  <ns1:pt x="32385" y="213360"/>
                </ns1:cubicBezTo>
                <ns1:cubicBezTo>
                  <ns1:pt x="32385" y="113347"/>
                  <ns1:pt x="113348" y="32385"/>
                  <ns1:pt x="213360" y="32385"/>
                </ns1:cubicBezTo>
                <ns1:cubicBezTo>
                  <ns1:pt x="313373" y="32385"/>
                  <ns1:pt x="394335" y="113347"/>
                  <ns1:pt x="394335" y="213360"/>
                </ns1:cubicBezTo>
                <ns1:cubicBezTo>
                  <ns1:pt x="394335" y="241935"/>
                  <ns1:pt x="387668" y="268605"/>
                  <ns1:pt x="375285" y="294322"/>
                </ns1:cubicBezTo>
                <ns1:cubicBezTo>
                  <ns1:pt x="371475" y="302895"/>
                  <ns1:pt x="374333" y="312420"/>
                  <ns1:pt x="382905" y="316230"/>
                </ns1:cubicBezTo>
                <ns1:cubicBezTo>
                  <ns1:pt x="390525" y="320040"/>
                  <ns1:pt x="401003" y="317182"/>
                  <ns1:pt x="404813" y="308610"/>
                </ns1:cubicBezTo>
                <ns1:cubicBezTo>
                  <ns1:pt x="420053" y="279082"/>
                  <ns1:pt x="427673" y="246697"/>
                  <ns1:pt x="427673" y="212407"/>
                </ns1:cubicBezTo>
                <ns1:cubicBezTo>
                  <ns1:pt x="428625" y="96203"/>
                  <ns1:pt x="332423" y="0"/>
                  <ns1:pt x="214313" y="0"/>
                </ns1:cubicBezTo>
                <ns1:lnTo>
                  <ns1:pt x="214313" y="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30" name="Google Shape;430;p30">
            <ns1:extLst>
              <ns1:ext uri="{FF2B5EF4-FFF2-40B4-BE49-F238E27FC236}">
                <ns2:creationId id="{4782F47C-80DB-4131-9B85-951B31F6E763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1995767" y="3486167"/>
            <ns1:ext cx="156762" cy="123463"/>
          </ns1:xfrm>
          <ns1:custGeom>
            <ns1:rect l="l" t="t" r="r" b="b"/>
            <ns1:pathLst>
              <ns1:path w="297179" h="234054">
                <ns1:moveTo>
                  <ns1:pt x="260032" y="222885"/>
                </ns1:moveTo>
                <ns1:cubicBezTo>
                  <ns1:pt x="268605" y="226695"/>
                  <ns1:pt x="278130" y="223838"/>
                  <ns1:pt x="281940" y="215265"/>
                </ns1:cubicBezTo>
                <ns1:cubicBezTo>
                  <ns1:pt x="292417" y="194310"/>
                  <ns1:pt x="297180" y="172403"/>
                  <ns1:pt x="297180" y="148590"/>
                </ns1:cubicBezTo>
                <ns1:cubicBezTo>
                  <ns1:pt x="297180" y="66675"/>
                  <ns1:pt x="230505" y="0"/>
                  <ns1:pt x="148590" y="0"/>
                </ns1:cubicBezTo>
                <ns1:cubicBezTo>
                  <ns1:pt x="66675" y="0"/>
                  <ns1:pt x="0" y="66675"/>
                  <ns1:pt x="0" y="148590"/>
                </ns1:cubicBezTo>
                <ns1:cubicBezTo>
                  <ns1:pt x="0" y="176213"/>
                  <ns1:pt x="7620" y="203835"/>
                  <ns1:pt x="22860" y="226695"/>
                </ns1:cubicBezTo>
                <ns1:cubicBezTo>
                  <ns1:pt x="27622" y="234315"/>
                  <ns1:pt x="38100" y="236220"/>
                  <ns1:pt x="45720" y="231458"/>
                </ns1:cubicBezTo>
                <ns1:cubicBezTo>
                  <ns1:pt x="53340" y="226695"/>
                  <ns1:pt x="56197" y="216218"/>
                  <ns1:pt x="50482" y="208598"/>
                </ns1:cubicBezTo>
                <ns1:cubicBezTo>
                  <ns1:pt x="39052" y="190500"/>
                  <ns1:pt x="33338" y="169545"/>
                  <ns1:pt x="33338" y="147638"/>
                </ns1:cubicBezTo>
                <ns1:cubicBezTo>
                  <ns1:pt x="33338" y="83820"/>
                  <ns1:pt x="84772" y="32385"/>
                  <ns1:pt x="148590" y="32385"/>
                </ns1:cubicBezTo>
                <ns1:cubicBezTo>
                  <ns1:pt x="212407" y="32385"/>
                  <ns1:pt x="263842" y="83820"/>
                  <ns1:pt x="263842" y="147638"/>
                </ns1:cubicBezTo>
                <ns1:cubicBezTo>
                  <ns1:pt x="263842" y="165735"/>
                  <ns1:pt x="260032" y="182880"/>
                  <ns1:pt x="251460" y="199073"/>
                </ns1:cubicBezTo>
                <ns1:cubicBezTo>
                  <ns1:pt x="248602" y="208598"/>
                  <ns1:pt x="251460" y="219075"/>
                  <ns1:pt x="260032" y="222885"/>
                </ns1:cubicBezTo>
                <ns1:lnTo>
                  <ns1:pt x="260032" y="222885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31" name="Google Shape;431;p30">
            <ns1:extLst>
              <ns1:ext uri="{FF2B5EF4-FFF2-40B4-BE49-F238E27FC236}">
                <ns2:creationId id="{D1D8405D-2413-4451-8711-A76C3BFF00A1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1980155" y="3521923"/>
            <ns1:ext cx="189923" cy="226100"/>
          </ns1:xfrm>
          <ns1:custGeom>
            <ns1:rect l="l" t="t" r="r" b="b"/>
            <ns1:pathLst>
              <ns1:path w="360044" h="428625">
                <ns1:moveTo>
                  <ns1:pt x="343853" y="396240"/>
                </ns1:moveTo>
                <ns1:lnTo>
                  <ns1:pt x="321945" y="396240"/>
                </ns1:lnTo>
                <ns1:cubicBezTo>
                  <ns1:pt x="320040" y="391478"/>
                  <ns1:pt x="209550" y="141922"/>
                  <ns1:pt x="215265" y="155258"/>
                </ns1:cubicBezTo>
                <ns1:cubicBezTo>
                  <ns1:pt x="242888" y="141922"/>
                  <ns1:pt x="261938" y="114300"/>
                  <ns1:pt x="261938" y="81915"/>
                </ns1:cubicBezTo>
                <ns1:cubicBezTo>
                  <ns1:pt x="261938" y="36195"/>
                  <ns1:pt x="224790" y="0"/>
                  <ns1:pt x="180023" y="0"/>
                </ns1:cubicBezTo>
                <ns1:cubicBezTo>
                  <ns1:pt x="135255" y="0"/>
                  <ns1:pt x="98107" y="37147"/>
                  <ns1:pt x="98107" y="81915"/>
                </ns1:cubicBezTo>
                <ns1:cubicBezTo>
                  <ns1:pt x="98107" y="114300"/>
                  <ns1:pt x="117157" y="141922"/>
                  <ns1:pt x="144780" y="155258"/>
                </ns1:cubicBezTo>
                <ns1:cubicBezTo>
                  <ns1:pt x="141923" y="160972"/>
                  <ns1:pt x="37148" y="400050"/>
                  <ns1:pt x="38100" y="396240"/>
                </ns1:cubicBezTo>
                <ns1:lnTo>
                  <ns1:pt x="16193" y="396240"/>
                </ns1:lnTo>
                <ns1:cubicBezTo>
                  <ns1:pt x="6668" y="396240"/>
                  <ns1:pt x="0" y="403860"/>
                  <ns1:pt x="0" y="412433"/>
                </ns1:cubicBezTo>
                <ns1:cubicBezTo>
                  <ns1:pt x="0" y="421005"/>
                  <ns1:pt x="7620" y="428625"/>
                  <ns1:pt x="16193" y="428625"/>
                </ns1:cubicBezTo>
                <ns1:lnTo>
                  <ns1:pt x="81915" y="428625"/>
                </ns1:lnTo>
                <ns1:cubicBezTo>
                  <ns1:pt x="91440" y="428625"/>
                  <ns1:pt x="98107" y="421005"/>
                  <ns1:pt x="98107" y="412433"/>
                </ns1:cubicBezTo>
                <ns1:cubicBezTo>
                  <ns1:pt x="98107" y="403860"/>
                  <ns1:pt x="90488" y="396240"/>
                  <ns1:pt x="81915" y="396240"/>
                </ns1:cubicBezTo>
                <ns1:lnTo>
                  <ns1:pt x="74295" y="396240"/>
                </ns1:lnTo>
                <ns1:lnTo>
                  <ns1:pt x="88582" y="360997"/>
                </ns1:lnTo>
                <ns1:lnTo>
                  <ns1:pt x="272415" y="360997"/>
                </ns1:lnTo>
                <ns1:lnTo>
                  <ns1:pt x="286703" y="396240"/>
                </ns1:lnTo>
                <ns1:lnTo>
                  <ns1:pt x="278130" y="396240"/>
                </ns1:lnTo>
                <ns1:cubicBezTo>
                  <ns1:pt x="268605" y="396240"/>
                  <ns1:pt x="261938" y="403860"/>
                  <ns1:pt x="261938" y="412433"/>
                </ns1:cubicBezTo>
                <ns1:cubicBezTo>
                  <ns1:pt x="261938" y="421005"/>
                  <ns1:pt x="269557" y="428625"/>
                  <ns1:pt x="278130" y="428625"/>
                </ns1:cubicBezTo>
                <ns1:lnTo>
                  <ns1:pt x="343853" y="428625"/>
                </ns1:lnTo>
                <ns1:cubicBezTo>
                  <ns1:pt x="353378" y="428625"/>
                  <ns1:pt x="360045" y="421005"/>
                  <ns1:pt x="360045" y="412433"/>
                </ns1:cubicBezTo>
                <ns1:cubicBezTo>
                  <ns1:pt x="360045" y="403860"/>
                  <ns1:pt x="352425" y="396240"/>
                  <ns1:pt x="343853" y="396240"/>
                </ns1:cubicBezTo>
                <ns1:lnTo>
                  <ns1:pt x="343853" y="396240"/>
                </ns1:lnTo>
                <ns1:close/>
                <ns1:moveTo>
                  <ns1:pt x="179070" y="163830"/>
                </ns1:moveTo>
                <ns1:cubicBezTo>
                  <ns1:pt x="180023" y="163830"/>
                  <ns1:pt x="181928" y="163830"/>
                  <ns1:pt x="182880" y="163830"/>
                </ns1:cubicBezTo>
                <ns1:lnTo>
                  <ns1:pt x="212407" y="230505"/>
                </ns1:lnTo>
                <ns1:lnTo>
                  <ns1:pt x="145732" y="230505"/>
                </ns1:lnTo>
                <ns1:lnTo>
                  <ns1:pt x="175260" y="163830"/>
                </ns1:lnTo>
                <ns1:cubicBezTo>
                  <ns1:pt x="176213" y="163830"/>
                  <ns1:pt x="178118" y="163830"/>
                  <ns1:pt x="179070" y="163830"/>
                </ns1:cubicBezTo>
                <ns1:lnTo>
                  <ns1:pt x="179070" y="163830"/>
                </ns1:lnTo>
                <ns1:close/>
                <ns1:moveTo>
                  <ns1:pt x="101918" y="328613"/>
                </ns1:moveTo>
                <ns1:lnTo>
                  <ns1:pt x="131445" y="262890"/>
                </ns1:lnTo>
                <ns1:lnTo>
                  <ns1:pt x="226695" y="262890"/>
                </ns1:lnTo>
                <ns1:lnTo>
                  <ns1:pt x="256223" y="328613"/>
                </ns1:lnTo>
                <ns1:lnTo>
                  <ns1:pt x="101918" y="328613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33" name="Google Shape;433;p30">
            <ns1:extLst>
              <ns1:ext uri="{FF2B5EF4-FFF2-40B4-BE49-F238E27FC236}">
                <ns2:creationId id="{8DD40AC8-5187-43E4-8CD6-8571E44AA2EB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2943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34" name="Google Shape;434;p30">
            <ns1:extLst>
              <ns1:ext uri="{FF2B5EF4-FFF2-40B4-BE49-F238E27FC236}">
                <ns2:creationId id="{3C606E37-4CBE-4B14-92C3-56A574CA9FEE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2289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35" name="Google Shape;435;p30">
            <ns1:extLst>
              <ns1:ext uri="{FF2B5EF4-FFF2-40B4-BE49-F238E27FC236}">
                <ns2:creationId id="{79C66174-E064-41D0-A117-251DC76E04D6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5147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36" name="Google Shape;436;p30">
            <ns1:extLst>
              <ns1:ext uri="{FF2B5EF4-FFF2-40B4-BE49-F238E27FC236}">
                <ns2:creationId id="{64EE2B76-E62D-4223-B387-E74F3B6276CB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800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37" name="Google Shape;437;p30">
            <ns1:extLst>
              <ns1:ext uri="{FF2B5EF4-FFF2-40B4-BE49-F238E27FC236}">
                <ns2:creationId id="{1B70E136-966F-47A5-9C8D-87AE33EF7B83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086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38" name="Google Shape;438;p30">
            <ns1:extLst>
              <ns1:ext uri="{FF2B5EF4-FFF2-40B4-BE49-F238E27FC236}">
                <ns2:creationId id="{510A8D2A-6958-4550-A6E7-7D510B96855C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3719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39" name="Google Shape;439;p30">
            <ns1:extLst>
              <ns1:ext uri="{FF2B5EF4-FFF2-40B4-BE49-F238E27FC236}">
                <ns2:creationId id="{10AD9653-F4EC-4760-B79A-C918D69AA566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6577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40" name="Google Shape;440;p30">
            <ns1:extLst>
              <ns1:ext uri="{FF2B5EF4-FFF2-40B4-BE49-F238E27FC236}">
                <ns2:creationId id="{4D20964E-5C38-4658-B611-B6AEEFD46F37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943475" y="4724400"/>
            <ns1:ext cx="104775" cy="104775"/>
          </ns1:xfrm>
          <ns1:prstGeom prst="ellipse">
            <ns1:avLst/>
          </ns1:prstGeom>
          <ns1:solidFill>
            <ns1:srgbClr val="E6907D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41" name="Google Shape;441;p30">
            <ns1:extLst>
              <ns1:ext uri="{FF2B5EF4-FFF2-40B4-BE49-F238E27FC236}">
                <ns2:creationId id="{FB7BD0B4-C658-44EB-916E-06C1FEF08F4D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229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42" name="Google Shape;442;p30">
            <ns1:extLst>
              <ns1:ext uri="{FF2B5EF4-FFF2-40B4-BE49-F238E27FC236}">
                <ns2:creationId id="{63F67B0D-BC29-471B-8EDD-F28450B3C599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5149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43" name="Google Shape;443;p30">
            <ns1:extLst>
              <ns1:ext uri="{FF2B5EF4-FFF2-40B4-BE49-F238E27FC236}">
                <ns2:creationId id="{A0ED9D9D-C134-4B53-8FDA-9E4323393F27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8007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44" name="Google Shape;444;p30">
            <ns1:extLst>
              <ns1:ext uri="{FF2B5EF4-FFF2-40B4-BE49-F238E27FC236}">
                <ns2:creationId id="{515AC70B-9C05-49A7-8002-DB02B2090E5D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086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45" name="Google Shape;445;p30">
            <ns1:extLst>
              <ns1:ext uri="{FF2B5EF4-FFF2-40B4-BE49-F238E27FC236}">
                <ns2:creationId id="{30BC608B-6FC4-482C-9921-3BEBBC135015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372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46" name="Google Shape;446;p30">
            <ns1:extLst>
              <ns1:ext uri="{FF2B5EF4-FFF2-40B4-BE49-F238E27FC236}">
                <ns2:creationId id="{D22BE1EF-2020-412A-8BB3-FE594F7DAFB3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828210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47" name="Google Shape;447;p30">
            <ns1:extLst>
              <ns1:ext uri="{FF2B5EF4-FFF2-40B4-BE49-F238E27FC236}">
                <ns2:creationId id="{413F65E5-0E7F-4DB0-B872-CAE9BE7C1276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120302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48" name="Google Shape;448;p30">
            <ns1:extLst>
              <ns1:ext uri="{FF2B5EF4-FFF2-40B4-BE49-F238E27FC236}">
                <ns2:creationId id="{F9F72BE7-C267-41A3-9926-F39888905619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412393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49" name="Google Shape;449;p30">
            <ns1:extLst>
              <ns1:ext uri="{FF2B5EF4-FFF2-40B4-BE49-F238E27FC236}">
                <ns2:creationId id="{983762A0-9DB4-4711-A975-3D50AD14AE4D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704485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50" name="Google Shape;450;p30">
            <ns1:extLst>
              <ns1:ext uri="{FF2B5EF4-FFF2-40B4-BE49-F238E27FC236}">
                <ns2:creationId id="{2F0F6D51-3E15-4B13-9F07-1A50C7BE18D1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996577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51" name="Google Shape;451;p30">
            <ns1:extLst>
              <ns1:ext uri="{FF2B5EF4-FFF2-40B4-BE49-F238E27FC236}">
                <ns2:creationId id="{5DCB5105-4926-45A9-B0C9-B665F990AFE0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7288669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52" name="Google Shape;452;p30">
            <ns1:extLst>
              <ns1:ext uri="{FF2B5EF4-FFF2-40B4-BE49-F238E27FC236}">
                <ns2:creationId id="{93A3F592-F0E6-42D0-A9FB-90BBE0B4DF99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2657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53" name="TextBox 452"/>
          <ns0:cNvSpPr txBox="1"/>
          <ns0:nvPr/>
        </ns0:nvSpPr>
        <ns0:spPr>
          <ns1:xfrm>
            <ns1:off x="6550000" y="4880000"/>
            <ns1:ext cx="2360000" cy="200000"/>
          </ns1:xfrm>
          <ns1:prstGeom prst="rect">
            <ns1:avLst/>
          </ns1:prstGeom>
          <ns1:noFill/>
        </ns0:spPr>
        <ns0:txBody>
          <ns1:bodyPr wrap="square" anchor="t" lIns="36576" rIns="36576" tIns="36576" bIns="36576">
            <ns1:spAutoFit/>
          </ns1:bodyPr>
          <ns1:lstStyle/>
          <ns1:p>
            <ns1:pPr algn="r">
              <ns1:lnSpc>
                <ns1:spcPct val="115000"/>
              </ns1:lnSpc>
              <ns1:spcAft>
                <ns1:spcPts val="400"/>
              </ns1:spcAft>
            </ns1:pPr>
            <ns1:r>
              <ns1:rPr sz="800" b="0">
                <ns1:solidFill>
                  <ns1:srgbClr val="5A6678"/>
                </ns1:solidFill>
                <ns1:ea typeface="微软雅黑"/>
              </ns1:rPr>
              <ns1:t>Campus Agent｜AIC-2026-15513467｜10/20</ns1:t>
            </ns1:r>
          </ns1:p>
        </ns0:txBody>
      </ns0:sp>
    </ns0:spTree>
    <ns0:extLst>
      <ns0:ext uri="{BB962C8B-B14F-4D97-AF65-F5344CB8AC3E}">
        <ns3:creationId val="1962332584"/>
      </ns0:ext>
    </ns0:extLst>
  </ns0:cSld>
</ns0:sld>
</file>

<file path=ppt/slides/slide10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685" name="Google Shape;685;p37">
            <ns1:extLst>
              <ns1:ext uri="{FF2B5EF4-FFF2-40B4-BE49-F238E27FC236}">
                <ns2:creationId id="{B582B313-E2BC-4A95-8E8C-D8C6C2B05D4C}"/>
              </ns1:ext>
            </ns1:extLst>
          </ns0:cNvPr>
          <ns0:cNvSpPr>
            <ns1:spLocks noGrp="1"/>
          </ns0:cNvSpPr>
          <ns0:nvPr>
            <ns0:ph type="title" idx="0"/>
          </ns0:nvPr>
        </ns0:nvSpPr>
        <ns0:spPr>
          <ns1:xfrm>
            <ns1:off x="723900" y="638175"/>
            <ns1:ext cx="7715250" cy="504825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>
                <ns1:ea typeface="微软雅黑"/>
              </ns1:rPr>
              <ns1:t>需求靠真实问卷收敛：五站 14 题</ns1:t>
            </ns1:r>
            <ns1:endParaRPr/>
          </ns1:p>
        </ns0:txBody>
      </ns0:sp>
      <ns0:sp>
        <ns0:nvSpPr>
          <ns0:cNvPr id="686" name="Google Shape;686;p37">
            <ns1:extLst>
              <ns1:ext uri="{FF2B5EF4-FFF2-40B4-BE49-F238E27FC236}">
                <ns2:creationId id="{526605BD-D8EE-4068-B458-B78F50048FF4}"/>
              </ns1:ext>
            </ns1:extLst>
          </ns0:cNvPr>
          <ns0:cNvSpPr>
            <ns1:spLocks noGrp="1"/>
          </ns0:cNvSpPr>
          <ns0:nvPr/>
        </ns0:nvSpPr>
        <ns0:spPr>
          <ns1:xfrm>
            <ns1:off x="723900" y="1443149"/>
            <ns1:ext cx="1757100" cy="460800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725" b="1">
                <ns1:solidFill>
                  <ns1:srgbClr val="538786"/>
                </ns1:solidFill>
                <ns1:latin typeface="Microsoft YaHei"/>
                <ns1:ea typeface="微软雅黑"/>
                <ns1:cs typeface="Microsoft YaHei"/>
              </ns1:rPr>
              <ns1:t>校园事务场景</ns1:t>
            </ns1:r>
            <ns1:endParaRPr sz="2000">
              <ns1:solidFill>
                <ns1:schemeClr val="dk1"/>
              </ns1:solidFill>
              <ns1:latin typeface="Darker Grotesque Black"/>
              <ns1:ea typeface="Darker Grotesque Black"/>
              <ns1:cs typeface="Darker Grotesque Black"/>
            </ns1:endParaRPr>
          </ns1:p>
        </ns0:txBody>
      </ns0:sp>
      <ns0:sp>
        <ns0:nvSpPr>
          <ns0:cNvPr id="687" name="Google Shape;687;p37">
            <ns1:extLst>
              <ns1:ext uri="{FF2B5EF4-FFF2-40B4-BE49-F238E27FC236}">
                <ns2:creationId id="{D562E1FC-20F0-4CF6-B384-56EBCF7660C3}"/>
              </ns1:ext>
            </ns1:extLst>
          </ns0:cNvPr>
          <ns0:cNvSpPr>
            <ns1:spLocks noGrp="1"/>
          </ns0:cNvSpPr>
          <ns0:nvPr/>
        </ns0:nvSpPr>
        <ns0:spPr>
          <ns1:xfrm>
            <ns1:off x="723900" y="2515525"/>
            <ns1:ext cx="1757100" cy="460800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725" b="1">
                <ns1:solidFill>
                  <ns1:srgbClr val="538786"/>
                </ns1:solidFill>
                <ns1:latin typeface="Microsoft YaHei"/>
                <ns1:ea typeface="微软雅黑"/>
                <ns1:cs typeface="Microsoft YaHei"/>
              </ns1:rPr>
              <ns1:t>14 道问题</ns1:t>
            </ns1:r>
            <ns1:endParaRPr sz="2000">
              <ns1:solidFill>
                <ns1:schemeClr val="dk1"/>
              </ns1:solidFill>
              <ns1:latin typeface="Darker Grotesque Black"/>
              <ns1:ea typeface="Darker Grotesque Black"/>
              <ns1:cs typeface="Darker Grotesque Black"/>
            </ns1:endParaRPr>
          </ns1:p>
        </ns0:txBody>
      </ns0:sp>
      <ns0:sp>
        <ns0:nvSpPr>
          <ns0:cNvPr id="688" name="Google Shape;688;p37">
            <ns1:extLst>
              <ns1:ext uri="{FF2B5EF4-FFF2-40B4-BE49-F238E27FC236}">
                <ns2:creationId id="{203ED8B4-864B-4D1D-9C7F-4FD6FCA1ED8F}"/>
              </ns1:ext>
            </ns1:extLst>
          </ns0:cNvPr>
          <ns0:cNvSpPr>
            <ns1:spLocks noGrp="1"/>
          </ns0:cNvSpPr>
          <ns0:nvPr/>
        </ns0:nvSpPr>
        <ns0:spPr>
          <ns1:xfrm>
            <ns1:off x="723900" y="3648299"/>
            <ns1:ext cx="1757100" cy="460800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725" b="1">
                <ns1:solidFill>
                  <ns1:srgbClr val="538786"/>
                </ns1:solidFill>
                <ns1:latin typeface="Microsoft YaHei"/>
                <ns1:ea typeface="微软雅黑"/>
                <ns1:cs typeface="Microsoft YaHei"/>
              </ns1:rPr>
              <ns1:t>手机直接参与</ns1:t>
            </ns1:r>
            <ns1:endParaRPr sz="2000">
              <ns1:solidFill>
                <ns1:schemeClr val="dk1"/>
              </ns1:solidFill>
              <ns1:latin typeface="Darker Grotesque Black"/>
              <ns1:ea typeface="Darker Grotesque Black"/>
              <ns1:cs typeface="Darker Grotesque Black"/>
            </ns1:endParaRPr>
          </ns1:p>
        </ns0:txBody>
      </ns0:sp>
      <ns0:sp>
        <ns0:nvSpPr>
          <ns0:cNvPr id="689" name="Google Shape;689;p37">
            <ns1:extLst>
              <ns1:ext uri="{FF2B5EF4-FFF2-40B4-BE49-F238E27FC236}">
                <ns2:creationId id="{188C3B59-786A-4872-80A3-3B3A133FA785}"/>
              </ns1:ext>
            </ns1:extLst>
          </ns0:cNvPr>
          <ns0:cNvSpPr>
            <ns1:spLocks noGrp="1"/>
          </ns0:cNvSpPr>
          <ns0:nvPr/>
        </ns0:nvSpPr>
        <ns0:spPr>
          <ns1:xfrm>
            <ns1:off x="6619450" y="1443149"/>
            <ns1:ext cx="1757100" cy="460800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r">
              <ns1:spcBef>
                <ns1:spcPts val="0"/>
              </ns1:spcBef>
              <ns1:spcAft>
                <ns1:spcPts val="0"/>
              </ns1:spcAft>
              <ns1:buNone/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725" b="1">
                <ns1:solidFill>
                  <ns1:srgbClr val="538786"/>
                </ns1:solidFill>
                <ns1:latin typeface="Microsoft YaHei"/>
                <ns1:ea typeface="微软雅黑"/>
                <ns1:cs typeface="Microsoft YaHei"/>
              </ns1:rPr>
              <ns1:t>功能优先级</ns1:t>
            </ns1:r>
            <ns1:endParaRPr sz="2000">
              <ns1:solidFill>
                <ns1:schemeClr val="dk1"/>
              </ns1:solidFill>
              <ns1:latin typeface="Darker Grotesque Black"/>
              <ns1:ea typeface="Darker Grotesque Black"/>
              <ns1:cs typeface="Darker Grotesque Black"/>
            </ns1:endParaRPr>
          </ns1:p>
        </ns0:txBody>
      </ns0:sp>
      <ns0:sp>
        <ns0:nvSpPr>
          <ns0:cNvPr id="690" name="Google Shape;690;p37">
            <ns1:extLst>
              <ns1:ext uri="{FF2B5EF4-FFF2-40B4-BE49-F238E27FC236}">
                <ns2:creationId id="{6EF07546-95A2-46F7-BC11-49DE5084DC96}"/>
              </ns1:ext>
            </ns1:extLst>
          </ns0:cNvPr>
          <ns0:cNvSpPr>
            <ns1:spLocks noGrp="1"/>
          </ns0:cNvSpPr>
          <ns0:nvPr/>
        </ns0:nvSpPr>
        <ns0:spPr>
          <ns1:xfrm>
            <ns1:off x="6619450" y="2515525"/>
            <ns1:ext cx="1757100" cy="460800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r">
              <ns1:spcBef>
                <ns1:spcPts val="0"/>
              </ns1:spcBef>
              <ns1:spcAft>
                <ns1:spcPts val="0"/>
              </ns1:spcAft>
              <ns1:buNone/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725" b="1">
                <ns1:solidFill>
                  <ns1:srgbClr val="538786"/>
                </ns1:solidFill>
                <ns1:latin typeface="Microsoft YaHei"/>
                <ns1:ea typeface="微软雅黑"/>
                <ns1:cs typeface="Microsoft YaHei"/>
              </ns1:rPr>
              <ns1:t>原始真实问题</ns1:t>
            </ns1:r>
            <ns1:endParaRPr sz="2000">
              <ns1:solidFill>
                <ns1:schemeClr val="dk1"/>
              </ns1:solidFill>
              <ns1:latin typeface="Darker Grotesque Black"/>
              <ns1:ea typeface="Darker Grotesque Black"/>
              <ns1:cs typeface="Darker Grotesque Black"/>
            </ns1:endParaRPr>
          </ns1:p>
        </ns0:txBody>
      </ns0:sp>
      <ns0:sp>
        <ns0:nvSpPr>
          <ns0:cNvPr id="691" name="Google Shape;691;p37">
            <ns1:extLst>
              <ns1:ext uri="{FF2B5EF4-FFF2-40B4-BE49-F238E27FC236}">
                <ns2:creationId id="{DDCBEBF5-F371-4FB4-8295-8984F52B454C}"/>
              </ns1:ext>
            </ns1:extLst>
          </ns0:cNvPr>
          <ns0:cNvSpPr>
            <ns1:spLocks noGrp="1"/>
          </ns0:cNvSpPr>
          <ns0:nvPr/>
        </ns0:nvSpPr>
        <ns0:spPr>
          <ns1:xfrm>
            <ns1:off x="6619450" y="3648299"/>
            <ns1:ext cx="1757100" cy="460800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r">
              <ns1:spcBef>
                <ns1:spcPts val="0"/>
              </ns1:spcBef>
              <ns1:spcAft>
                <ns1:spcPts val="0"/>
              </ns1:spcAft>
              <ns1:buNone/>
              <ns1:defRPr sz="172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725" b="1">
                <ns1:solidFill>
                  <ns1:srgbClr val="538786"/>
                </ns1:solidFill>
                <ns1:latin typeface="Microsoft YaHei"/>
                <ns1:ea typeface="微软雅黑"/>
                <ns1:cs typeface="Microsoft YaHei"/>
              </ns1:rPr>
              <ns1:t>自愿内测报名</ns1:t>
            </ns1:r>
            <ns1:endParaRPr sz="2000">
              <ns1:solidFill>
                <ns1:schemeClr val="dk1"/>
              </ns1:solidFill>
              <ns1:latin typeface="Darker Grotesque Black"/>
              <ns1:ea typeface="Darker Grotesque Black"/>
              <ns1:cs typeface="Darker Grotesque Black"/>
            </ns1:endParaRPr>
          </ns1:p>
        </ns0:txBody>
      </ns0:sp>
      <ns0:sp>
        <ns0:nvSpPr>
          <ns0:cNvPr id="692" name="Google Shape;692;p37">
            <ns1:extLst>
              <ns1:ext uri="{FF2B5EF4-FFF2-40B4-BE49-F238E27FC236}">
                <ns2:creationId id="{240470E1-9FD0-4B1D-950C-002E07058BC7}"/>
              </ns1:ext>
            </ns1:extLst>
          </ns0:cNvPr>
          <ns0:cNvSpPr>
            <ns1:spLocks noGrp="1"/>
          </ns0:cNvSpPr>
          <ns0:nvPr/>
        </ns0:nvSpPr>
        <ns0:spPr>
          <ns1:xfrm>
            <ns1:off x="723900" y="1822525"/>
            <ns1:ext cx="1757100" cy="619125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五站交互探索</ns1:t>
            </ns1:r>
            <ns1:endParaRPr sz="1200">
              <ns1:solidFill>
                <ns1:schemeClr val="dk1"/>
              </ns1:solidFill>
              <ns1:latin typeface="Barlow Medium"/>
              <ns1:ea typeface="Barlow Medium"/>
              <ns1:cs typeface="Barlow Medium"/>
            </ns1:endParaRPr>
          </ns1:p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识别实际事务负担</ns1:t>
            </ns1:r>
            <ns1:endParaRPr sz="1200">
              <ns1:solidFill>
                <ns1:schemeClr val="dk1"/>
              </ns1:solidFill>
              <ns1:latin typeface="Barlow Medium"/>
              <ns1:ea typeface="Barlow Medium"/>
              <ns1:cs typeface="Barlow Medium"/>
            </ns1:endParaRPr>
          </ns1:p>
        </ns0:txBody>
      </ns0:sp>
      <ns0:sp>
        <ns0:nvSpPr>
          <ns0:cNvPr id="693" name="Google Shape;693;p37">
            <ns1:extLst>
              <ns1:ext uri="{FF2B5EF4-FFF2-40B4-BE49-F238E27FC236}">
                <ns2:creationId id="{D96D0C28-E910-451F-A755-82E09EB44CC8}"/>
              </ns1:ext>
            </ns1:extLst>
          </ns0:cNvPr>
          <ns0:cNvSpPr>
            <ns1:spLocks noGrp="1"/>
          </ns0:cNvSpPr>
          <ns0:nvPr/>
        </ns0:nvSpPr>
        <ns0:spPr>
          <ns1:xfrm>
            <ns1:off x="723900" y="2894976"/>
            <ns1:ext cx="1757100" cy="619125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13 道选择</ns1:t>
            </ns1:r>
            <ns1:endParaRPr sz="1200">
              <ns1:solidFill>
                <ns1:schemeClr val="dk1"/>
              </ns1:solidFill>
              <ns1:latin typeface="Barlow Medium"/>
              <ns1:ea typeface="Barlow Medium"/>
              <ns1:cs typeface="Barlow Medium"/>
            </ns1:endParaRPr>
          </ns1:p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1 道选填开放题</ns1:t>
            </ns1:r>
            <ns1:endParaRPr sz="1200">
              <ns1:solidFill>
                <ns1:schemeClr val="dk1"/>
              </ns1:solidFill>
              <ns1:latin typeface="Barlow Medium"/>
              <ns1:ea typeface="Barlow Medium"/>
              <ns1:cs typeface="Barlow Medium"/>
            </ns1:endParaRPr>
          </ns1:p>
        </ns0:txBody>
      </ns0:sp>
      <ns0:sp>
        <ns0:nvSpPr>
          <ns0:cNvPr id="694" name="Google Shape;694;p37">
            <ns1:extLst>
              <ns1:ext uri="{FF2B5EF4-FFF2-40B4-BE49-F238E27FC236}">
                <ns2:creationId id="{91681706-871A-4E86-BAAF-7EBA2D35F916}"/>
              </ns1:ext>
            </ns1:extLst>
          </ns0:cNvPr>
          <ns0:cNvSpPr>
            <ns1:spLocks noGrp="1"/>
          </ns0:cNvSpPr>
          <ns0:nvPr/>
        </ns0:nvSpPr>
        <ns0:spPr>
          <ns1:xfrm>
            <ns1:off x="723900" y="4027751"/>
            <ns1:ext cx="1757100" cy="619125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无需注册</ns1:t>
            </ns1:r>
            <ns1:endParaRPr sz="1200">
              <ns1:solidFill>
                <ns1:schemeClr val="dk1"/>
              </ns1:solidFill>
              <ns1:latin typeface="Barlow Medium"/>
              <ns1:ea typeface="Barlow Medium"/>
              <ns1:cs typeface="Barlow Medium"/>
            </ns1:endParaRPr>
          </ns1:p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自动保留进度</ns1:t>
            </ns1:r>
            <ns1:endParaRPr sz="1200">
              <ns1:solidFill>
                <ns1:schemeClr val="dk1"/>
              </ns1:solidFill>
              <ns1:latin typeface="Barlow Medium"/>
              <ns1:ea typeface="Barlow Medium"/>
              <ns1:cs typeface="Barlow Medium"/>
            </ns1:endParaRPr>
          </ns1:p>
        </ns0:txBody>
      </ns0:sp>
      <ns0:sp>
        <ns0:nvSpPr>
          <ns0:cNvPr id="695" name="Google Shape;695;p37">
            <ns1:extLst>
              <ns1:ext uri="{FF2B5EF4-FFF2-40B4-BE49-F238E27FC236}">
                <ns2:creationId id="{D92A81AA-9E2E-4939-80E5-0492D734F7A5}"/>
              </ns1:ext>
            </ns1:extLst>
          </ns0:cNvPr>
          <ns0:cNvSpPr>
            <ns1:spLocks noGrp="1"/>
          </ns0:cNvSpPr>
          <ns0:nvPr/>
        </ns0:nvSpPr>
        <ns0:spPr>
          <ns1:xfrm>
            <ns1:off x="6619450" y="1822525"/>
            <ns1:ext cx="1757100" cy="619125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r">
              <ns1:spcBef>
                <ns1:spcPts val="0"/>
              </ns1:spcBef>
              <ns1:spcAft>
                <ns1:spcPts val="0"/>
              </ns1:spcAft>
              <ns1:buNone/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留下最关键的功能</ns1:t>
            </ns1:r>
            <ns1:endParaRPr sz="1200">
              <ns1:solidFill>
                <ns1:schemeClr val="dk1"/>
              </ns1:solidFill>
              <ns1:latin typeface="Barlow Medium"/>
              <ns1:ea typeface="Barlow Medium"/>
              <ns1:cs typeface="Barlow Medium"/>
            </ns1:endParaRPr>
          </ns1:p>
          <ns1:p>
            <ns1:pPr marL="0" lvl="0" indent="0" algn="r">
              <ns1:spcBef>
                <ns1:spcPts val="0"/>
              </ns1:spcBef>
              <ns1:spcAft>
                <ns1:spcPts val="0"/>
              </ns1:spcAft>
              <ns1:buNone/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辅助确定开发顺序</ns1:t>
            </ns1:r>
            <ns1:endParaRPr sz="1200">
              <ns1:solidFill>
                <ns1:schemeClr val="dk1"/>
              </ns1:solidFill>
              <ns1:latin typeface="Barlow Medium"/>
              <ns1:ea typeface="Barlow Medium"/>
              <ns1:cs typeface="Barlow Medium"/>
            </ns1:endParaRPr>
          </ns1:p>
        </ns0:txBody>
      </ns0:sp>
      <ns0:sp>
        <ns0:nvSpPr>
          <ns0:cNvPr id="696" name="Google Shape;696;p37">
            <ns1:extLst>
              <ns1:ext uri="{FF2B5EF4-FFF2-40B4-BE49-F238E27FC236}">
                <ns2:creationId id="{F14BC764-F546-4DBC-A280-D4EA72B51928}"/>
              </ns1:ext>
            </ns1:extLst>
          </ns0:cNvPr>
          <ns0:cNvSpPr>
            <ns1:spLocks noGrp="1"/>
          </ns0:cNvSpPr>
          <ns0:nvPr/>
        </ns0:nvSpPr>
        <ns0:spPr>
          <ns1:xfrm>
            <ns1:off x="6619450" y="2894976"/>
            <ns1:ext cx="1757100" cy="619125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r">
              <ns1:spcBef>
                <ns1:spcPts val="0"/>
              </ns1:spcBef>
              <ns1:spcAft>
                <ns1:spcPts val="0"/>
              </ns1:spcAft>
              <ns1:buNone/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保留用户原文</ns1:t>
            </ns1:r>
            <ns1:endParaRPr sz="1200">
              <ns1:solidFill>
                <ns1:schemeClr val="dk1"/>
              </ns1:solidFill>
              <ns1:latin typeface="Barlow Medium"/>
              <ns1:ea typeface="Barlow Medium"/>
              <ns1:cs typeface="Barlow Medium"/>
            </ns1:endParaRPr>
          </ns1:p>
          <ns1:p>
            <ns1:pPr marL="0" lvl="0" indent="0" algn="r">
              <ns1:spcBef>
                <ns1:spcPts val="0"/>
              </ns1:spcBef>
              <ns1:spcAft>
                <ns1:spcPts val="0"/>
              </ns1:spcAft>
              <ns1:buNone/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分析典型使用需求</ns1:t>
            </ns1:r>
            <ns1:endParaRPr sz="1200">
              <ns1:solidFill>
                <ns1:schemeClr val="dk1"/>
              </ns1:solidFill>
              <ns1:latin typeface="Barlow Medium"/>
              <ns1:ea typeface="Barlow Medium"/>
              <ns1:cs typeface="Barlow Medium"/>
            </ns1:endParaRPr>
          </ns1:p>
        </ns0:txBody>
      </ns0:sp>
      <ns0:sp>
        <ns0:nvSpPr>
          <ns0:cNvPr id="697" name="Google Shape;697;p37">
            <ns1:extLst>
              <ns1:ext uri="{FF2B5EF4-FFF2-40B4-BE49-F238E27FC236}">
                <ns2:creationId id="{7CDB8D91-0B74-457C-9B66-0540DD2FAC60}"/>
              </ns1:ext>
            </ns1:extLst>
          </ns0:cNvPr>
          <ns0:cNvSpPr>
            <ns1:spLocks noGrp="1"/>
          </ns0:cNvSpPr>
          <ns0:nvPr/>
        </ns0:nvSpPr>
        <ns0:spPr>
          <ns1:xfrm>
            <ns1:off x="6619450" y="4027751"/>
            <ns1:ext cx="1757100" cy="619125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r">
              <ns1:spcBef>
                <ns1:spcPts val="0"/>
              </ns1:spcBef>
              <ns1:spcAft>
                <ns1:spcPts val="0"/>
              </ns1:spcAft>
              <ns1:buNone/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联系方式单独授权</ns1:t>
            </ns1:r>
            <ns1:endParaRPr sz="1200">
              <ns1:solidFill>
                <ns1:schemeClr val="dk1"/>
              </ns1:solidFill>
              <ns1:latin typeface="Barlow Medium"/>
              <ns1:ea typeface="Barlow Medium"/>
              <ns1:cs typeface="Barlow Medium"/>
            </ns1:endParaRPr>
          </ns1:p>
          <ns1:p>
            <ns1:pPr marL="0" lvl="0" indent="0" algn="r">
              <ns1:spcBef>
                <ns1:spcPts val="0"/>
              </ns1:spcBef>
              <ns1:spcAft>
                <ns1:spcPts val="0"/>
              </ns1:spcAft>
              <ns1:buNone/>
              <ns1:defRPr sz="135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35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仅用于内测通知</ns1:t>
            </ns1:r>
            <ns1:endParaRPr sz="1200">
              <ns1:solidFill>
                <ns1:schemeClr val="dk1"/>
              </ns1:solidFill>
              <ns1:latin typeface="Barlow Medium"/>
              <ns1:ea typeface="Barlow Medium"/>
              <ns1:cs typeface="Barlow Medium"/>
            </ns1:endParaRPr>
          </ns1:p>
        </ns0:txBody>
      </ns0:sp>
      <ns0:sp>
        <ns0:nvSpPr>
          <ns0:cNvPr id="698" name="Google Shape;698;p37">
            <ns1:extLst>
              <ns1:ext uri="{FF2B5EF4-FFF2-40B4-BE49-F238E27FC236}">
                <ns2:creationId id="{9AE93E10-FEBF-4180-A017-A97592EB942F}"/>
              </ns1:ext>
            </ns1:extLst>
          </ns0:cNvPr>
          <ns0:cNvSpPr>
            <ns1:spLocks noGrp="1"/>
          </ns0:cNvSpPr>
          <ns0:nvPr/>
        </ns0:nvSpPr>
        <ns0:spPr>
          <ns1:xfrm>
            <ns1:off x="3868216" y="1511468"/>
            <ns1:ext cx="1407579" cy="2685758"/>
          </ns1:xfrm>
          <ns1:custGeom>
            <ns1:rect l="l" t="t" r="r" b="b"/>
            <ns1:pathLst>
              <ns1:path w="84552" h="161331">
                <ns1:moveTo>
                  <ns1:pt x="1" y="1"/>
                </ns1:moveTo>
                <ns1:lnTo>
                  <ns1:pt x="1" y="161331"/>
                </ns1:lnTo>
                <ns1:lnTo>
                  <ns1:pt x="84551" y="161331"/>
                </ns1:lnTo>
                <ns1:lnTo>
                  <ns1:pt x="84551" y="1"/>
                </ns1:lnTo>
                <ns1:close/>
              </ns1:path>
            </ns1:pathLst>
          </ns1:custGeom>
          <ns1:solidFill>
            <ns1:schemeClr val="accent3"/>
          </ns1:solidFill>
          <ns1:ln w="19050" cap="flat" cmpd="sng">
            <ns1:solidFill>
              <ns1:schemeClr val="accent4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/>
          </ns1:p>
        </ns0:txBody>
      </ns0:sp>
      <ns0:sp>
        <ns0:nvSpPr>
          <ns0:cNvPr id="700" name="Google Shape;700;p37">
            <ns1:extLst>
              <ns1:ext uri="{FF2B5EF4-FFF2-40B4-BE49-F238E27FC236}">
                <ns2:creationId id="{5538EB11-1782-4435-B2B9-38850288127E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796102" y="1357102"/>
            <ns1:ext cx="1551654" cy="3149588"/>
          </ns1:xfrm>
          <ns1:custGeom>
            <ns1:rect l="l" t="t" r="r" b="b"/>
            <ns1:pathLst>
              <ns1:path w="93205" h="189190">
                <ns1:moveTo>
                  <ns1:pt x="2870" y="0"/>
                </ns1:moveTo>
                <ns1:cubicBezTo>
                  <ns1:pt x="1280" y="0"/>
                  <ns1:pt x="0" y="1280"/>
                  <ns1:pt x="0" y="2914"/>
                </ns1:cubicBezTo>
                <ns1:lnTo>
                  <ns1:pt x="0" y="186320"/>
                </ns1:lnTo>
                <ns1:cubicBezTo>
                  <ns1:pt x="0" y="187909"/>
                  <ns1:pt x="1280" y="189190"/>
                  <ns1:pt x="2870" y="189190"/>
                </ns1:cubicBezTo>
                <ns1:lnTo>
                  <ns1:pt x="90334" y="189190"/>
                </ns1:lnTo>
                <ns1:cubicBezTo>
                  <ns1:pt x="91924" y="189190"/>
                  <ns1:pt x="93204" y="187909"/>
                  <ns1:pt x="93204" y="186320"/>
                </ns1:cubicBezTo>
                <ns1:lnTo>
                  <ns1:pt x="93204" y="2914"/>
                </ns1:lnTo>
                <ns1:cubicBezTo>
                  <ns1:pt x="93204" y="1280"/>
                  <ns1:pt x="91924" y="0"/>
                  <ns1:pt x="90334" y="0"/>
                </ns1:cubicBezTo>
                <ns1:close/>
              </ns1:path>
            </ns1:pathLst>
          </ns1:custGeom>
          <ns1:solidFill>
            <ns1:schemeClr val="accent3"/>
          </ns1:solidFill>
          <ns1:ln w="19050" cap="flat" cmpd="sng">
            <ns1:solidFill>
              <ns1:schemeClr val="accent4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/>
          </ns1:p>
        </ns0:txBody>
      </ns0:sp>
      <ns0:sp>
        <ns0:nvSpPr>
          <ns0:cNvPr id="701" name="Google Shape;701;p37">
            <ns1:extLst>
              <ns1:ext uri="{FF2B5EF4-FFF2-40B4-BE49-F238E27FC236}">
                <ns2:creationId id="{EA156C94-7947-4EF3-9478-5C7EB58F8EEC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391450" y="4295692"/>
            <ns1:ext cx="387376" cy="130834"/>
          </ns1:xfrm>
          <ns1:custGeom>
            <ns1:rect l="l" t="t" r="r" b="b"/>
            <ns1:pathLst>
              <ns1:path w="23269" h="7859">
                <ns1:moveTo>
                  <ns1:pt x="796" y="0"/>
                </ns1:moveTo>
                <ns1:cubicBezTo>
                  <ns1:pt x="354" y="0"/>
                  <ns1:pt x="1" y="353"/>
                  <ns1:pt x="1" y="751"/>
                </ns1:cubicBezTo>
                <ns1:lnTo>
                  <ns1:pt x="1" y="7064"/>
                </ns1:lnTo>
                <ns1:cubicBezTo>
                  <ns1:pt x="1" y="7506"/>
                  <ns1:pt x="354" y="7859"/>
                  <ns1:pt x="796" y="7859"/>
                </ns1:cubicBezTo>
                <ns1:lnTo>
                  <ns1:pt x="22474" y="7859"/>
                </ns1:lnTo>
                <ns1:cubicBezTo>
                  <ns1:pt x="22916" y="7859"/>
                  <ns1:pt x="23269" y="7506"/>
                  <ns1:pt x="23269" y="7064"/>
                </ns1:cubicBezTo>
                <ns1:lnTo>
                  <ns1:pt x="23269" y="751"/>
                </ns1:lnTo>
                <ns1:cubicBezTo>
                  <ns1:pt x="23269" y="353"/>
                  <ns1:pt x="22916" y="0"/>
                  <ns1:pt x="22474" y="0"/>
                </ns1:cubicBezTo>
                <ns1:close/>
              </ns1:path>
            </ns1:pathLst>
          </ns1:custGeom>
          <ns1:solidFill>
            <ns1:schemeClr val="dk2"/>
          </ns1:solidFill>
          <ns1:ln w="19050" cap="flat" cmpd="sng">
            <ns1:solidFill>
              <ns1:schemeClr val="accent4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/>
          </ns1:p>
        </ns0:txBody>
      </ns0:sp>
      <ns0:pic>
        <ns0:nvPicPr>
          <ns0:cNvPr id="702" name="Google Shape;702;p37">
            <ns1:extLst>
              <ns1:ext uri="{FF2B5EF4-FFF2-40B4-BE49-F238E27FC236}">
                <ns2:creationId id="{D42998E4-1192-480A-BEFD-4AA3FC1A35B7}"/>
              </ns1:ext>
            </ns1:extLst>
          </ns0:cNvPr>
          <ns0:cNvPicPr>
            <ns1:picLocks noChangeAspect="1"/>
          </ns0:cNvPicPr>
          <ns0:nvPr/>
        </ns0:nvPicPr>
        <ns0:blipFill rotWithShape="1">
          <ns1:blip ns3:embed="Rf6002639b9da4d61">
            <ns1:alphaModFix/>
          </ns1:blip>
          <ns1:srcRect l="0" t="0" r="0" b="0"/>
          <ns1:stretch/>
        </ns0:blipFill>
        <ns0:spPr>
          <ns1:xfrm>
            <ns1:off x="3857625" y="1495425"/>
            <ns1:ext cx="1419225" cy="2705100"/>
          </ns1:xfrm>
          <ns1:prstGeom prst="rect">
            <ns1:avLst/>
          </ns1:prstGeom>
          <ns1:ln w="19050" cap="flat" cmpd="sng">
            <ns1:solidFill>
              <ns1:schemeClr val="accent4"/>
            </ns1:solidFill>
            <ns1:prstDash val="solid"/>
            <ns1:round/>
          </ns1:ln>
        </ns0:spPr>
      </ns0:pic>
      <ns0:sp>
        <ns0:nvSpPr>
          <ns0:cNvPr id="705" name="Google Shape;705;p37">
            <ns1:extLst>
              <ns1:ext uri="{FF2B5EF4-FFF2-40B4-BE49-F238E27FC236}">
                <ns2:creationId id="{180488A3-E221-4FB2-A79B-367344A3B881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671604" y="1729324"/>
            <ns1:ext cx="138024" cy="138025"/>
          </ns1:xfrm>
          <ns1:custGeom>
            <ns1:rect l="l" t="t" r="r" b="b"/>
            <ns1:pathLst>
              <ns1:path w="261065" h="261065">
                <ns1:moveTo>
                  <ns1:pt x="242968" y="260985"/>
                </ns1:moveTo>
                <ns1:cubicBezTo>
                  <ns1:pt x="116286" y="244792"/>
                  <ns1:pt x="16273" y="145733"/>
                  <ns1:pt x="81" y="18097"/>
                </ns1:cubicBezTo>
                <ns1:cubicBezTo>
                  <ns1:pt x="-872" y="8572"/>
                  <ns1:pt x="6748" y="0"/>
                  <ns1:pt x="16273" y="0"/>
                </ns1:cubicBezTo>
                <ns1:lnTo>
                  <ns1:pt x="82948" y="0"/>
                </ns1:lnTo>
                <ns1:cubicBezTo>
                  <ns1:pt x="90568" y="0"/>
                  <ns1:pt x="98188" y="5715"/>
                  <ns1:pt x="99141" y="13335"/>
                </ns1:cubicBezTo>
                <ns1:cubicBezTo>
                  <ns1:pt x="111523" y="89535"/>
                  <ns1:pt x="171531" y="148590"/>
                  <ns1:pt x="247731" y="161925"/>
                </ns1:cubicBezTo>
                <ns1:cubicBezTo>
                  <ns1:pt x="255350" y="162878"/>
                  <ns1:pt x="261066" y="170498"/>
                  <ns1:pt x="261066" y="178117"/>
                </ns1:cubicBezTo>
                <ns1:lnTo>
                  <ns1:pt x="261066" y="244792"/>
                </ns1:lnTo>
                <ns1:cubicBezTo>
                  <ns1:pt x="261066" y="254317"/>
                  <ns1:pt x="252493" y="261937"/>
                  <ns1:pt x="242968" y="260985"/>
                </ns1:cubicBezTo>
                <ns1:lnTo>
                  <ns1:pt x="242968" y="260985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706" name="Google Shape;706;p37">
            <ns1:extLst>
              <ns1:ext uri="{FF2B5EF4-FFF2-40B4-BE49-F238E27FC236}">
                <ns2:creationId id="{2D9F97B6-80CE-41EB-9238-D6264839721E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671604" y="1570190"/>
            <ns1:ext cx="241099" cy="139493"/>
          </ns1:xfrm>
          <ns1:custGeom>
            <ns1:rect l="l" t="t" r="r" b="b"/>
            <ns1:pathLst>
              <ns1:path w="456024" h="263842">
                <ns1:moveTo>
                  <ns1:pt x="82948" y="263843"/>
                </ns1:moveTo>
                <ns1:lnTo>
                  <ns1:pt x="16273" y="263843"/>
                </ns1:lnTo>
                <ns1:cubicBezTo>
                  <ns1:pt x="6748" y="263843"/>
                  <ns1:pt x="-872" y="255270"/>
                  <ns1:pt x="81" y="245745"/>
                </ns1:cubicBezTo>
                <ns1:cubicBezTo>
                  <ns1:pt x="17225" y="105728"/>
                  <ns1:pt x="137241" y="0"/>
                  <ns1:pt x="278211" y="0"/>
                </ns1:cubicBezTo>
                <ns1:cubicBezTo>
                  <ns1:pt x="341075" y="0"/>
                  <ns1:pt x="400131" y="20003"/>
                  <ns1:pt x="449661" y="59055"/>
                </ns1:cubicBezTo>
                <ns1:cubicBezTo>
                  <ns1:pt x="457281" y="64770"/>
                  <ns1:pt x="458233" y="77153"/>
                  <ns1:pt x="451566" y="83820"/>
                </ns1:cubicBezTo>
                <ns1:lnTo>
                  <ns1:pt x="404893" y="130493"/>
                </ns1:lnTo>
                <ns1:cubicBezTo>
                  <ns1:pt x="399178" y="136208"/>
                  <ns1:pt x="390606" y="137160"/>
                  <ns1:pt x="383938" y="132398"/>
                </ns1:cubicBezTo>
                <ns1:cubicBezTo>
                  <ns1:pt x="353458" y="110490"/>
                  <ns1:pt x="317263" y="99060"/>
                  <ns1:pt x="279163" y="99060"/>
                </ns1:cubicBezTo>
                <ns1:cubicBezTo>
                  <ns1:pt x="190581" y="99060"/>
                  <ns1:pt x="115333" y="162878"/>
                  <ns1:pt x="101045" y="249555"/>
                </ns1:cubicBezTo>
                <ns1:cubicBezTo>
                  <ns1:pt x="98188" y="258128"/>
                  <ns1:pt x="91520" y="263843"/>
                  <ns1:pt x="82948" y="263843"/>
                </ns1:cubicBezTo>
                <ns1:lnTo>
                  <ns1:pt x="82948" y="263843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707" name="Google Shape;707;p37">
            <ns1:extLst>
              <ns1:ext uri="{FF2B5EF4-FFF2-40B4-BE49-F238E27FC236}">
                <ns2:creationId id="{974C864C-4CAC-4184-9F90-1DD4DDF407FE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829269" y="1627084"/>
            <ns1:ext cx="138989" cy="240726"/>
          </ns1:xfrm>
          <ns1:custGeom>
            <ns1:rect l="l" t="t" r="r" b="b"/>
            <ns1:pathLst>
              <ns1:path w="262890" h="455317">
                <ns1:moveTo>
                  <ns1:pt x="0" y="438172"/>
                </ns1:moveTo>
                <ns1:lnTo>
                  <ns1:pt x="0" y="371497"/>
                </ns1:lnTo>
                <ns1:cubicBezTo>
                  <ns1:pt x="0" y="363877"/>
                  <ns1:pt x="5715" y="356257"/>
                  <ns1:pt x="13335" y="355305"/>
                </ns1:cubicBezTo>
                <ns1:cubicBezTo>
                  <ns1:pt x="100965" y="341017"/>
                  <ns1:pt x="163830" y="265770"/>
                  <ns1:pt x="163830" y="177187"/>
                </ns1:cubicBezTo>
                <ns1:cubicBezTo>
                  <ns1:pt x="163830" y="139087"/>
                  <ns1:pt x="152400" y="102892"/>
                  <ns1:pt x="130493" y="72412"/>
                </ns1:cubicBezTo>
                <ns1:cubicBezTo>
                  <ns1:pt x="125730" y="65745"/>
                  <ns1:pt x="126682" y="57172"/>
                  <ns1:pt x="132398" y="51457"/>
                </ns1:cubicBezTo>
                <ns1:lnTo>
                  <ns1:pt x="179070" y="4785"/>
                </ns1:lnTo>
                <ns1:cubicBezTo>
                  <ns1:pt x="185738" y="-1883"/>
                  <ns1:pt x="197168" y="-1883"/>
                  <ns1:pt x="203835" y="6690"/>
                </ns1:cubicBezTo>
                <ns1:cubicBezTo>
                  <ns1:pt x="241935" y="56220"/>
                  <ns1:pt x="262890" y="115275"/>
                  <ns1:pt x="262890" y="178140"/>
                </ns1:cubicBezTo>
                <ns1:cubicBezTo>
                  <ns1:pt x="262890" y="319110"/>
                  <ns1:pt x="157163" y="438172"/>
                  <ns1:pt x="18098" y="455317"/>
                </ns1:cubicBezTo>
                <ns1:cubicBezTo>
                  <ns1:pt x="8573" y="455317"/>
                  <ns1:pt x="0" y="447697"/>
                  <ns1:pt x="0" y="438172"/>
                </ns1:cubicBezTo>
                <ns1:lnTo>
                  <ns1:pt x="0" y="438172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708" name="Google Shape;708;p37">
            <ns1:extLst>
              <ns1:ext uri="{FF2B5EF4-FFF2-40B4-BE49-F238E27FC236}">
                <ns2:creationId id="{9305FE36-2886-4A95-A25D-C2071BF77844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750876" y="1675455"/>
            <ns1:ext cx="34668" cy="86420"/>
          </ns1:xfrm>
          <ns1:custGeom>
            <ns1:rect l="l" t="t" r="r" b="b"/>
            <ns1:pathLst>
              <ns1:path w="65722" h="163829">
                <ns1:moveTo>
                  <ns1:pt x="65722" y="16193"/>
                </ns1:moveTo>
                <ns1:cubicBezTo>
                  <ns1:pt x="65722" y="6668"/>
                  <ns1:pt x="58102" y="0"/>
                  <ns1:pt x="49530" y="0"/>
                </ns1:cubicBezTo>
                <ns1:lnTo>
                  <ns1:pt x="16193" y="0"/>
                </ns1:lnTo>
                <ns1:cubicBezTo>
                  <ns1:pt x="6668" y="0"/>
                  <ns1:pt x="0" y="7620"/>
                  <ns1:pt x="0" y="16193"/>
                </ns1:cubicBezTo>
                <ns1:lnTo>
                  <ns1:pt x="0" y="147638"/>
                </ns1:lnTo>
                <ns1:cubicBezTo>
                  <ns1:pt x="0" y="157163"/>
                  <ns1:pt x="7620" y="163830"/>
                  <ns1:pt x="16193" y="163830"/>
                </ns1:cubicBezTo>
                <ns1:lnTo>
                  <ns1:pt x="49530" y="163830"/>
                </ns1:lnTo>
                <ns1:cubicBezTo>
                  <ns1:pt x="59055" y="163830"/>
                  <ns1:pt x="65722" y="156210"/>
                  <ns1:pt x="65722" y="147638"/>
                </ns1:cubicBezTo>
                <ns1:lnTo>
                  <ns1:pt x="65722" y="16193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709" name="Google Shape;709;p37">
            <ns1:extLst>
              <ns1:ext uri="{FF2B5EF4-FFF2-40B4-BE49-F238E27FC236}">
                <ns2:creationId id="{4D0F8C76-5EC2-4290-8A4A-CEA79386D4BC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803251" y="1657829"/>
            <ns1:ext cx="34668" cy="104006"/>
          </ns1:xfrm>
          <ns1:custGeom>
            <ns1:rect l="l" t="t" r="r" b="b"/>
            <ns1:pathLst>
              <ns1:path w="65722" h="197167">
                <ns1:moveTo>
                  <ns1:pt x="65723" y="180975"/>
                </ns1:moveTo>
                <ns1:lnTo>
                  <ns1:pt x="65723" y="16193"/>
                </ns1:lnTo>
                <ns1:cubicBezTo>
                  <ns1:pt x="65723" y="6668"/>
                  <ns1:pt x="58103" y="0"/>
                  <ns1:pt x="49530" y="0"/>
                </ns1:cubicBezTo>
                <ns1:lnTo>
                  <ns1:pt x="16193" y="0"/>
                </ns1:lnTo>
                <ns1:cubicBezTo>
                  <ns1:pt x="6668" y="0"/>
                  <ns1:pt x="0" y="7620"/>
                  <ns1:pt x="0" y="16193"/>
                </ns1:cubicBezTo>
                <ns1:lnTo>
                  <ns1:pt x="0" y="180975"/>
                </ns1:lnTo>
                <ns1:cubicBezTo>
                  <ns1:pt x="0" y="190500"/>
                  <ns1:pt x="7620" y="197167"/>
                  <ns1:pt x="16193" y="197167"/>
                </ns1:cubicBezTo>
                <ns1:lnTo>
                  <ns1:pt x="49530" y="197167"/>
                </ns1:lnTo>
                <ns1:cubicBezTo>
                  <ns1:pt x="58103" y="197167"/>
                  <ns1:pt x="65723" y="190500"/>
                  <ns1:pt x="65723" y="180975"/>
                </ns1:cubicBezTo>
                <ns1:lnTo>
                  <ns1:pt x="65723" y="180975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710" name="Google Shape;710;p37">
            <ns1:extLst>
              <ns1:ext uri="{FF2B5EF4-FFF2-40B4-BE49-F238E27FC236}">
                <ns2:creationId id="{8F488CFA-528D-436B-B5A5-1E70E834C75C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855123" y="1710203"/>
            <ns1:ext cx="34668" cy="51751"/>
          </ns1:xfrm>
          <ns1:custGeom>
            <ns1:rect l="l" t="t" r="r" b="b"/>
            <ns1:pathLst>
              <ns1:path w="65722" h="98107">
                <ns1:moveTo>
                  <ns1:pt x="65722" y="81915"/>
                </ns1:moveTo>
                <ns1:lnTo>
                  <ns1:pt x="65722" y="16193"/>
                </ns1:lnTo>
                <ns1:cubicBezTo>
                  <ns1:pt x="65722" y="6668"/>
                  <ns1:pt x="58102" y="0"/>
                  <ns1:pt x="49530" y="0"/>
                </ns1:cubicBezTo>
                <ns1:lnTo>
                  <ns1:pt x="16192" y="0"/>
                </ns1:lnTo>
                <ns1:cubicBezTo>
                  <ns1:pt x="6667" y="0"/>
                  <ns1:pt x="0" y="7620"/>
                  <ns1:pt x="0" y="16193"/>
                </ns1:cubicBezTo>
                <ns1:lnTo>
                  <ns1:pt x="0" y="81915"/>
                </ns1:lnTo>
                <ns1:cubicBezTo>
                  <ns1:pt x="0" y="91440"/>
                  <ns1:pt x="7620" y="98107"/>
                  <ns1:pt x="16192" y="98107"/>
                </ns1:cubicBezTo>
                <ns1:lnTo>
                  <ns1:pt x="49530" y="98107"/>
                </ns1:lnTo>
                <ns1:cubicBezTo>
                  <ns1:pt x="59055" y="98107"/>
                  <ns1:pt x="65722" y="91440"/>
                  <ns1:pt x="65722" y="81915"/>
                </ns1:cubicBezTo>
                <ns1:lnTo>
                  <ns1:pt x="65722" y="81915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711" name="Google Shape;711;p37">
            <ns1:extLst>
              <ns1:ext uri="{FF2B5EF4-FFF2-40B4-BE49-F238E27FC236}">
                <ns2:creationId id="{B21AFA63-E93A-4BA3-B617-8D1680CAB583}"/>
              </ns1:ext>
            </ns1:extLst>
          </ns0:cNvPr>
          <ns0:cNvSpPr>
            <ns1:spLocks noGrp="1"/>
          </ns0:cNvSpPr>
          <ns0:nvPr/>
        </ns0:nvSpPr>
        <ns0:spPr>
          <ns1:xfrm>
            <ns1:off x="5671114" y="2731441"/>
            <ns1:ext cx="296442" cy="259763"/>
          </ns1:xfrm>
          <ns1:custGeom>
            <ns1:rect l="l" t="t" r="r" b="b"/>
            <ns1:pathLst>
              <ns1:path w="561975" h="492442">
                <ns1:moveTo>
                  <ns1:pt x="544830" y="164783"/>
                </ns1:moveTo>
                <ns1:cubicBezTo>
                  <ns1:pt x="554355" y="164783"/>
                  <ns1:pt x="561023" y="157163"/>
                  <ns1:pt x="561023" y="148590"/>
                </ns1:cubicBezTo>
                <ns1:lnTo>
                  <ns1:pt x="561023" y="17145"/>
                </ns1:lnTo>
                <ns1:cubicBezTo>
                  <ns1:pt x="561023" y="7620"/>
                  <ns1:pt x="553403" y="953"/>
                  <ns1:pt x="544830" y="953"/>
                </ns1:cubicBezTo>
                <ns1:lnTo>
                  <ns1:pt x="230505" y="953"/>
                </ns1:lnTo>
                <ns1:lnTo>
                  <ns1:pt x="230505" y="82867"/>
                </ns1:lnTo>
                <ns1:cubicBezTo>
                  <ns1:pt x="230505" y="92392"/>
                  <ns1:pt x="222885" y="99060"/>
                  <ns1:pt x="214313" y="99060"/>
                </ns1:cubicBezTo>
                <ns1:cubicBezTo>
                  <ns1:pt x="205740" y="99060"/>
                  <ns1:pt x="198120" y="91440"/>
                  <ns1:pt x="198120" y="82867"/>
                </ns1:cubicBezTo>
                <ns1:lnTo>
                  <ns1:pt x="198120" y="0"/>
                </ns1:lnTo>
                <ns1:lnTo>
                  <ns1:pt x="164783" y="0"/>
                </ns1:lnTo>
                <ns1:lnTo>
                  <ns1:pt x="164783" y="81915"/>
                </ns1:lnTo>
                <ns1:cubicBezTo>
                  <ns1:pt x="164783" y="91440"/>
                  <ns1:pt x="157163" y="98108"/>
                  <ns1:pt x="148590" y="98108"/>
                </ns1:cubicBezTo>
                <ns1:cubicBezTo>
                  <ns1:pt x="140018" y="98108"/>
                  <ns1:pt x="132398" y="90488"/>
                  <ns1:pt x="132398" y="81915"/>
                </ns1:cubicBezTo>
                <ns1:lnTo>
                  <ns1:pt x="132398" y="0"/>
                </ns1:lnTo>
                <ns1:lnTo>
                  <ns1:pt x="99060" y="0"/>
                </ns1:lnTo>
                <ns1:lnTo>
                  <ns1:pt x="99060" y="81915"/>
                </ns1:lnTo>
                <ns1:cubicBezTo>
                  <ns1:pt x="99060" y="91440"/>
                  <ns1:pt x="91440" y="98108"/>
                  <ns1:pt x="82868" y="98108"/>
                </ns1:cubicBezTo>
                <ns1:cubicBezTo>
                  <ns1:pt x="74295" y="98108"/>
                  <ns1:pt x="66675" y="90488"/>
                  <ns1:pt x="66675" y="81915"/>
                </ns1:cubicBezTo>
                <ns1:lnTo>
                  <ns1:pt x="66675" y="0"/>
                </ns1:lnTo>
                <ns1:lnTo>
                  <ns1:pt x="16193" y="0"/>
                </ns1:lnTo>
                <ns1:cubicBezTo>
                  <ns1:pt x="6668" y="0"/>
                  <ns1:pt x="0" y="7620"/>
                  <ns1:pt x="0" y="16192"/>
                </ns1:cubicBezTo>
                <ns1:lnTo>
                  <ns1:pt x="0" y="147638"/>
                </ns1:lnTo>
                <ns1:cubicBezTo>
                  <ns1:pt x="0" y="157163"/>
                  <ns1:pt x="7620" y="163830"/>
                  <ns1:pt x="16193" y="163830"/>
                </ns1:cubicBezTo>
                <ns1:lnTo>
                  <ns1:pt x="263843" y="163830"/>
                </ns1:lnTo>
                <ns1:lnTo>
                  <ns1:pt x="263843" y="197167"/>
                </ns1:lnTo>
                <ns1:lnTo>
                  <ns1:pt x="230505" y="197167"/>
                </ns1:lnTo>
                <ns1:lnTo>
                  <ns1:pt x="230505" y="279083"/>
                </ns1:lnTo>
                <ns1:cubicBezTo>
                  <ns1:pt x="230505" y="288608"/>
                  <ns1:pt x="222885" y="295275"/>
                  <ns1:pt x="214313" y="295275"/>
                </ns1:cubicBezTo>
                <ns1:cubicBezTo>
                  <ns1:pt x="205740" y="295275"/>
                  <ns1:pt x="198120" y="287655"/>
                  <ns1:pt x="198120" y="279083"/>
                </ns1:cubicBezTo>
                <ns1:lnTo>
                  <ns1:pt x="198120" y="197167"/>
                </ns1:lnTo>
                <ns1:lnTo>
                  <ns1:pt x="164783" y="197167"/>
                </ns1:lnTo>
                <ns1:lnTo>
                  <ns1:pt x="164783" y="279083"/>
                </ns1:lnTo>
                <ns1:cubicBezTo>
                  <ns1:pt x="164783" y="288608"/>
                  <ns1:pt x="157163" y="295275"/>
                  <ns1:pt x="148590" y="295275"/>
                </ns1:cubicBezTo>
                <ns1:cubicBezTo>
                  <ns1:pt x="140018" y="295275"/>
                  <ns1:pt x="132398" y="287655"/>
                  <ns1:pt x="132398" y="279083"/>
                </ns1:cubicBezTo>
                <ns1:lnTo>
                  <ns1:pt x="132398" y="197167"/>
                </ns1:lnTo>
                <ns1:lnTo>
                  <ns1:pt x="99060" y="197167"/>
                </ns1:lnTo>
                <ns1:lnTo>
                  <ns1:pt x="99060" y="279083"/>
                </ns1:lnTo>
                <ns1:cubicBezTo>
                  <ns1:pt x="99060" y="288608"/>
                  <ns1:pt x="91440" y="295275"/>
                  <ns1:pt x="82868" y="295275"/>
                </ns1:cubicBezTo>
                <ns1:cubicBezTo>
                  <ns1:pt x="74295" y="295275"/>
                  <ns1:pt x="66675" y="287655"/>
                  <ns1:pt x="66675" y="279083"/>
                </ns1:cubicBezTo>
                <ns1:lnTo>
                  <ns1:pt x="66675" y="197167"/>
                </ns1:lnTo>
                <ns1:lnTo>
                  <ns1:pt x="16193" y="197167"/>
                </ns1:lnTo>
                <ns1:cubicBezTo>
                  <ns1:pt x="6668" y="197167"/>
                  <ns1:pt x="0" y="204788"/>
                  <ns1:pt x="0" y="213360"/>
                </ns1:cubicBezTo>
                <ns1:lnTo>
                  <ns1:pt x="0" y="344805"/>
                </ns1:lnTo>
                <ns1:cubicBezTo>
                  <ns1:pt x="0" y="354330"/>
                  <ns1:pt x="7620" y="360997"/>
                  <ns1:pt x="16193" y="360997"/>
                </ns1:cubicBezTo>
                <ns1:lnTo>
                  <ns1:pt x="263843" y="360997"/>
                </ns1:lnTo>
                <ns1:lnTo>
                  <ns1:pt x="263843" y="397192"/>
                </ns1:lnTo>
                <ns1:cubicBezTo>
                  <ns1:pt x="249555" y="401955"/>
                  <ns1:pt x="239078" y="413385"/>
                  <ns1:pt x="234315" y="426720"/>
                </ns1:cubicBezTo>
                <ns1:lnTo>
                  <ns1:pt x="16193" y="426720"/>
                </ns1:lnTo>
                <ns1:cubicBezTo>
                  <ns1:pt x="6668" y="426720"/>
                  <ns1:pt x="0" y="434340"/>
                  <ns1:pt x="0" y="442913"/>
                </ns1:cubicBezTo>
                <ns1:cubicBezTo>
                  <ns1:pt x="0" y="451485"/>
                  <ns1:pt x="7620" y="459105"/>
                  <ns1:pt x="16193" y="459105"/>
                </ns1:cubicBezTo>
                <ns1:lnTo>
                  <ns1:pt x="234315" y="459105"/>
                </ns1:lnTo>
                <ns1:cubicBezTo>
                  <ns1:pt x="240983" y="478155"/>
                  <ns1:pt x="259080" y="492442"/>
                  <ns1:pt x="280988" y="492442"/>
                </ns1:cubicBezTo>
                <ns1:cubicBezTo>
                  <ns1:pt x="302895" y="492442"/>
                  <ns1:pt x="320993" y="479108"/>
                  <ns1:pt x="327660" y="459105"/>
                </ns1:cubicBezTo>
                <ns1:lnTo>
                  <ns1:pt x="545783" y="459105"/>
                </ns1:lnTo>
                <ns1:cubicBezTo>
                  <ns1:pt x="555308" y="459105"/>
                  <ns1:pt x="561975" y="451485"/>
                  <ns1:pt x="561975" y="442913"/>
                </ns1:cubicBezTo>
                <ns1:cubicBezTo>
                  <ns1:pt x="561975" y="434340"/>
                  <ns1:pt x="554355" y="426720"/>
                  <ns1:pt x="545783" y="426720"/>
                </ns1:cubicBezTo>
                <ns1:lnTo>
                  <ns1:pt x="327660" y="426720"/>
                </ns1:lnTo>
                <ns1:cubicBezTo>
                  <ns1:pt x="322898" y="412433"/>
                  <ns1:pt x="311468" y="401955"/>
                  <ns1:pt x="298133" y="397192"/>
                </ns1:cubicBezTo>
                <ns1:lnTo>
                  <ns1:pt x="298133" y="360997"/>
                </ns1:lnTo>
                <ns1:lnTo>
                  <ns1:pt x="545783" y="360997"/>
                </ns1:lnTo>
                <ns1:cubicBezTo>
                  <ns1:pt x="555308" y="360997"/>
                  <ns1:pt x="561975" y="353378"/>
                  <ns1:pt x="561975" y="344805"/>
                </ns1:cubicBezTo>
                <ns1:lnTo>
                  <ns1:pt x="561975" y="213360"/>
                </ns1:lnTo>
                <ns1:cubicBezTo>
                  <ns1:pt x="561975" y="203835"/>
                  <ns1:pt x="554355" y="197167"/>
                  <ns1:pt x="545783" y="197167"/>
                </ns1:cubicBezTo>
                <ns1:lnTo>
                  <ns1:pt x="298133" y="197167"/>
                </ns1:lnTo>
                <ns1:lnTo>
                  <ns1:pt x="298133" y="163830"/>
                </ns1:lnTo>
                <ns1:lnTo>
                  <ns1:pt x="544830" y="163830"/>
                </ns1:lnTo>
                <ns1:close/>
                <ns1:moveTo>
                  <ns1:pt x="477203" y="263842"/>
                </ns1:moveTo>
                <ns1:cubicBezTo>
                  <ns1:pt x="486728" y="263842"/>
                  <ns1:pt x="493395" y="271463"/>
                  <ns1:pt x="493395" y="280035"/>
                </ns1:cubicBezTo>
                <ns1:cubicBezTo>
                  <ns1:pt x="493395" y="288608"/>
                  <ns1:pt x="485775" y="296228"/>
                  <ns1:pt x="477203" y="296228"/>
                </ns1:cubicBezTo>
                <ns1:cubicBezTo>
                  <ns1:pt x="468630" y="296228"/>
                  <ns1:pt x="461010" y="288608"/>
                  <ns1:pt x="461010" y="280035"/>
                </ns1:cubicBezTo>
                <ns1:cubicBezTo>
                  <ns1:pt x="461010" y="271463"/>
                  <ns1:pt x="468630" y="263842"/>
                  <ns1:pt x="477203" y="263842"/>
                </ns1:cubicBezTo>
                <ns1:lnTo>
                  <ns1:pt x="477203" y="263842"/>
                </ns1:lnTo>
                <ns1:close/>
                <ns1:moveTo>
                  <ns1:pt x="411480" y="263842"/>
                </ns1:moveTo>
                <ns1:cubicBezTo>
                  <ns1:pt x="421005" y="263842"/>
                  <ns1:pt x="427673" y="271463"/>
                  <ns1:pt x="427673" y="280035"/>
                </ns1:cubicBezTo>
                <ns1:cubicBezTo>
                  <ns1:pt x="427673" y="288608"/>
                  <ns1:pt x="420053" y="296228"/>
                  <ns1:pt x="411480" y="296228"/>
                </ns1:cubicBezTo>
                <ns1:cubicBezTo>
                  <ns1:pt x="402908" y="296228"/>
                  <ns1:pt x="395288" y="288608"/>
                  <ns1:pt x="395288" y="280035"/>
                </ns1:cubicBezTo>
                <ns1:cubicBezTo>
                  <ns1:pt x="395288" y="271463"/>
                  <ns1:pt x="402908" y="263842"/>
                  <ns1:pt x="411480" y="263842"/>
                </ns1:cubicBezTo>
                <ns1:lnTo>
                  <ns1:pt x="411480" y="263842"/>
                </ns1:lnTo>
                <ns1:close/>
                <ns1:moveTo>
                  <ns1:pt x="345758" y="263842"/>
                </ns1:moveTo>
                <ns1:cubicBezTo>
                  <ns1:pt x="355283" y="263842"/>
                  <ns1:pt x="361950" y="271463"/>
                  <ns1:pt x="361950" y="280035"/>
                </ns1:cubicBezTo>
                <ns1:cubicBezTo>
                  <ns1:pt x="361950" y="288608"/>
                  <ns1:pt x="354330" y="296228"/>
                  <ns1:pt x="345758" y="296228"/>
                </ns1:cubicBezTo>
                <ns1:cubicBezTo>
                  <ns1:pt x="337185" y="296228"/>
                  <ns1:pt x="329565" y="288608"/>
                  <ns1:pt x="329565" y="280035"/>
                </ns1:cubicBezTo>
                <ns1:cubicBezTo>
                  <ns1:pt x="329565" y="271463"/>
                  <ns1:pt x="337185" y="263842"/>
                  <ns1:pt x="345758" y="263842"/>
                </ns1:cubicBezTo>
                <ns1:lnTo>
                  <ns1:pt x="345758" y="263842"/>
                </ns1:lnTo>
                <ns1:close/>
                <ns1:moveTo>
                  <ns1:pt x="477203" y="66675"/>
                </ns1:moveTo>
                <ns1:cubicBezTo>
                  <ns1:pt x="486728" y="66675"/>
                  <ns1:pt x="493395" y="74295"/>
                  <ns1:pt x="493395" y="82867"/>
                </ns1:cubicBezTo>
                <ns1:cubicBezTo>
                  <ns1:pt x="493395" y="91440"/>
                  <ns1:pt x="485775" y="99060"/>
                  <ns1:pt x="477203" y="99060"/>
                </ns1:cubicBezTo>
                <ns1:cubicBezTo>
                  <ns1:pt x="468630" y="99060"/>
                  <ns1:pt x="461010" y="91440"/>
                  <ns1:pt x="461010" y="82867"/>
                </ns1:cubicBezTo>
                <ns1:cubicBezTo>
                  <ns1:pt x="461010" y="74295"/>
                  <ns1:pt x="468630" y="66675"/>
                  <ns1:pt x="477203" y="66675"/>
                </ns1:cubicBezTo>
                <ns1:lnTo>
                  <ns1:pt x="477203" y="66675"/>
                </ns1:lnTo>
                <ns1:close/>
                <ns1:moveTo>
                  <ns1:pt x="411480" y="66675"/>
                </ns1:moveTo>
                <ns1:cubicBezTo>
                  <ns1:pt x="421005" y="66675"/>
                  <ns1:pt x="427673" y="74295"/>
                  <ns1:pt x="427673" y="82867"/>
                </ns1:cubicBezTo>
                <ns1:cubicBezTo>
                  <ns1:pt x="427673" y="91440"/>
                  <ns1:pt x="420053" y="99060"/>
                  <ns1:pt x="411480" y="99060"/>
                </ns1:cubicBezTo>
                <ns1:cubicBezTo>
                  <ns1:pt x="402908" y="99060"/>
                  <ns1:pt x="395288" y="91440"/>
                  <ns1:pt x="395288" y="82867"/>
                </ns1:cubicBezTo>
                <ns1:cubicBezTo>
                  <ns1:pt x="395288" y="74295"/>
                  <ns1:pt x="402908" y="66675"/>
                  <ns1:pt x="411480" y="66675"/>
                </ns1:cubicBezTo>
                <ns1:lnTo>
                  <ns1:pt x="411480" y="66675"/>
                </ns1:lnTo>
                <ns1:close/>
                <ns1:moveTo>
                  <ns1:pt x="345758" y="66675"/>
                </ns1:moveTo>
                <ns1:cubicBezTo>
                  <ns1:pt x="355283" y="66675"/>
                  <ns1:pt x="361950" y="74295"/>
                  <ns1:pt x="361950" y="82867"/>
                </ns1:cubicBezTo>
                <ns1:cubicBezTo>
                  <ns1:pt x="361950" y="91440"/>
                  <ns1:pt x="354330" y="99060"/>
                  <ns1:pt x="345758" y="99060"/>
                </ns1:cubicBezTo>
                <ns1:cubicBezTo>
                  <ns1:pt x="337185" y="99060"/>
                  <ns1:pt x="329565" y="91440"/>
                  <ns1:pt x="329565" y="82867"/>
                </ns1:cubicBezTo>
                <ns1:cubicBezTo>
                  <ns1:pt x="329565" y="74295"/>
                  <ns1:pt x="337185" y="66675"/>
                  <ns1:pt x="345758" y="66675"/>
                </ns1:cubicBezTo>
                <ns1:lnTo>
                  <ns1:pt x="345758" y="66675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713" name="Google Shape;713;p37">
            <ns1:extLst>
              <ns1:ext uri="{FF2B5EF4-FFF2-40B4-BE49-F238E27FC236}">
                <ns2:creationId id="{F0C9193E-659C-49D2-BE8C-C7A140147F40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175601" y="1570991"/>
            <ns1:ext cx="156762" cy="156762"/>
          </ns1:xfrm>
          <ns1:custGeom>
            <ns1:rect l="l" t="t" r="r" b="b"/>
            <ns1:pathLst>
              <ns1:path w="297180" h="297180">
                <ns1:moveTo>
                  <ns1:pt x="148590" y="0"/>
                </ns1:moveTo>
                <ns1:cubicBezTo>
                  <ns1:pt x="66675" y="0"/>
                  <ns1:pt x="0" y="66675"/>
                  <ns1:pt x="0" y="148590"/>
                </ns1:cubicBezTo>
                <ns1:cubicBezTo>
                  <ns1:pt x="0" y="230505"/>
                  <ns1:pt x="66675" y="297180"/>
                  <ns1:pt x="148590" y="297180"/>
                </ns1:cubicBezTo>
                <ns1:cubicBezTo>
                  <ns1:pt x="229553" y="297180"/>
                  <ns1:pt x="297180" y="231457"/>
                  <ns1:pt x="297180" y="148590"/>
                </ns1:cubicBezTo>
                <ns1:cubicBezTo>
                  <ns1:pt x="296228" y="67628"/>
                  <ns1:pt x="230505" y="0"/>
                  <ns1:pt x="148590" y="0"/>
                </ns1:cubicBezTo>
                <ns1:lnTo>
                  <ns1:pt x="148590" y="0"/>
                </ns1:lnTo>
                <ns1:close/>
                <ns1:moveTo>
                  <ns1:pt x="164782" y="227647"/>
                </ns1:moveTo>
                <ns1:lnTo>
                  <ns1:pt x="164782" y="246697"/>
                </ns1:lnTo>
                <ns1:cubicBezTo>
                  <ns1:pt x="164782" y="256222"/>
                  <ns1:pt x="157163" y="262890"/>
                  <ns1:pt x="148590" y="262890"/>
                </ns1:cubicBezTo>
                <ns1:cubicBezTo>
                  <ns1:pt x="139065" y="262890"/>
                  <ns1:pt x="132397" y="255270"/>
                  <ns1:pt x="132397" y="246697"/>
                </ns1:cubicBezTo>
                <ns1:lnTo>
                  <ns1:pt x="132397" y="226695"/>
                </ns1:lnTo>
                <ns1:cubicBezTo>
                  <ns1:pt x="123825" y="223838"/>
                  <ns1:pt x="115253" y="218122"/>
                  <ns1:pt x="109538" y="210503"/>
                </ns1:cubicBezTo>
                <ns1:cubicBezTo>
                  <ns1:pt x="103822" y="202882"/>
                  <ns1:pt x="105728" y="193357"/>
                  <ns1:pt x="112395" y="187643"/>
                </ns1:cubicBezTo>
                <ns1:cubicBezTo>
                  <ns1:pt x="120015" y="181928"/>
                  <ns1:pt x="130493" y="183832"/>
                  <ns1:pt x="135255" y="190500"/>
                </ns1:cubicBezTo>
                <ns1:cubicBezTo>
                  <ns1:pt x="138113" y="194310"/>
                  <ns1:pt x="142875" y="197168"/>
                  <ns1:pt x="148590" y="197168"/>
                </ns1:cubicBezTo>
                <ns1:cubicBezTo>
                  <ns1:pt x="158115" y="197168"/>
                  <ns1:pt x="164782" y="189547"/>
                  <ns1:pt x="164782" y="180975"/>
                </ns1:cubicBezTo>
                <ns1:cubicBezTo>
                  <ns1:pt x="164782" y="172403"/>
                  <ns1:pt x="157163" y="164782"/>
                  <ns1:pt x="148590" y="164782"/>
                </ns1:cubicBezTo>
                <ns1:cubicBezTo>
                  <ns1:pt x="120968" y="164782"/>
                  <ns1:pt x="99060" y="142875"/>
                  <ns1:pt x="99060" y="115253"/>
                </ns1:cubicBezTo>
                <ns1:cubicBezTo>
                  <ns1:pt x="99060" y="93345"/>
                  <ns1:pt x="112395" y="75247"/>
                  <ns1:pt x="132397" y="68580"/>
                </ns1:cubicBezTo>
                <ns1:lnTo>
                  <ns1:pt x="132397" y="49530"/>
                </ns1:lnTo>
                <ns1:cubicBezTo>
                  <ns1:pt x="132397" y="40005"/>
                  <ns1:pt x="140018" y="33338"/>
                  <ns1:pt x="148590" y="33338"/>
                </ns1:cubicBezTo>
                <ns1:cubicBezTo>
                  <ns1:pt x="158115" y="33338"/>
                  <ns1:pt x="164782" y="40957"/>
                  <ns1:pt x="164782" y="49530"/>
                </ns1:cubicBezTo>
                <ns1:lnTo>
                  <ns1:pt x="164782" y="69532"/>
                </ns1:lnTo>
                <ns1:cubicBezTo>
                  <ns1:pt x="173355" y="72390"/>
                  <ns1:pt x="181928" y="78105"/>
                  <ns1:pt x="187643" y="85725"/>
                </ns1:cubicBezTo>
                <ns1:cubicBezTo>
                  <ns1:pt x="193357" y="93345"/>
                  <ns1:pt x="191453" y="102870"/>
                  <ns1:pt x="184785" y="108585"/>
                </ns1:cubicBezTo>
                <ns1:cubicBezTo>
                  <ns1:pt x="177165" y="114300"/>
                  <ns1:pt x="167640" y="112395"/>
                  <ns1:pt x="161925" y="105728"/>
                </ns1:cubicBezTo>
                <ns1:cubicBezTo>
                  <ns1:pt x="153353" y="94297"/>
                  <ns1:pt x="132397" y="100965"/>
                  <ns1:pt x="132397" y="115253"/>
                </ns1:cubicBezTo>
                <ns1:cubicBezTo>
                  <ns1:pt x="132397" y="124778"/>
                  <ns1:pt x="140018" y="131445"/>
                  <ns1:pt x="148590" y="131445"/>
                </ns1:cubicBezTo>
                <ns1:cubicBezTo>
                  <ns1:pt x="176213" y="131445"/>
                  <ns1:pt x="198120" y="153353"/>
                  <ns1:pt x="198120" y="180975"/>
                </ns1:cubicBezTo>
                <ns1:cubicBezTo>
                  <ns1:pt x="197168" y="202882"/>
                  <ns1:pt x="183832" y="220980"/>
                  <ns1:pt x="164782" y="227647"/>
                </ns1:cubicBezTo>
                <ns1:lnTo>
                  <ns1:pt x="164782" y="227647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714" name="Google Shape;714;p37">
            <ns1:extLst>
              <ns1:ext uri="{FF2B5EF4-FFF2-40B4-BE49-F238E27FC236}">
                <ns2:creationId id="{0C0820D0-FAB2-4550-B16C-AA47D2F0F8A4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262724" y="1605740"/>
            <ns1:ext cx="209519" cy="261271"/>
          </ns1:xfrm>
          <ns1:custGeom>
            <ns1:rect l="l" t="t" r="r" b="b"/>
            <ns1:pathLst>
              <ns1:path w="397192" h="495300">
                <ns1:moveTo>
                  <ns1:pt x="381000" y="0"/>
                </ns1:moveTo>
                <ns1:lnTo>
                  <ns1:pt x="144780" y="0"/>
                </ns1:lnTo>
                <ns1:cubicBezTo>
                  <ns1:pt x="155258" y="20955"/>
                  <ns1:pt x="161925" y="42863"/>
                  <ns1:pt x="163830" y="65722"/>
                </ns1:cubicBezTo>
                <ns1:lnTo>
                  <ns1:pt x="313373" y="65722"/>
                </ns1:lnTo>
                <ns1:cubicBezTo>
                  <ns1:pt x="322898" y="65722"/>
                  <ns1:pt x="329565" y="73343"/>
                  <ns1:pt x="329565" y="81915"/>
                </ns1:cubicBezTo>
                <ns1:lnTo>
                  <ns1:pt x="329565" y="213360"/>
                </ns1:lnTo>
                <ns1:cubicBezTo>
                  <ns1:pt x="329565" y="222885"/>
                  <ns1:pt x="321945" y="229553"/>
                  <ns1:pt x="313373" y="229553"/>
                </ns1:cubicBezTo>
                <ns1:lnTo>
                  <ns1:pt x="87630" y="229553"/>
                </ns1:lnTo>
                <ns1:cubicBezTo>
                  <ns1:pt x="60008" y="248603"/>
                  <ns1:pt x="31433" y="259080"/>
                  <ns1:pt x="0" y="261938"/>
                </ns1:cubicBezTo>
                <ns1:lnTo>
                  <ns1:pt x="0" y="479108"/>
                </ns1:lnTo>
                <ns1:cubicBezTo>
                  <ns1:pt x="0" y="488633"/>
                  <ns1:pt x="7620" y="495300"/>
                  <ns1:pt x="16193" y="495300"/>
                </ns1:cubicBezTo>
                <ns1:lnTo>
                  <ns1:pt x="381000" y="495300"/>
                </ns1:lnTo>
                <ns1:cubicBezTo>
                  <ns1:pt x="390525" y="495300"/>
                  <ns1:pt x="397193" y="487680"/>
                  <ns1:pt x="397193" y="479108"/>
                </ns1:cubicBezTo>
                <ns1:lnTo>
                  <ns1:pt x="397193" y="16193"/>
                </ns1:lnTo>
                <ns1:cubicBezTo>
                  <ns1:pt x="397193" y="7620"/>
                  <ns1:pt x="389573" y="0"/>
                  <ns1:pt x="381000" y="0"/>
                </ns1:cubicBezTo>
                <ns1:lnTo>
                  <ns1:pt x="381000" y="0"/>
                </ns1:lnTo>
                <ns1:close/>
                <ns1:moveTo>
                  <ns1:pt x="180975" y="263843"/>
                </ns1:moveTo>
                <ns1:lnTo>
                  <ns1:pt x="214313" y="263843"/>
                </ns1:lnTo>
                <ns1:cubicBezTo>
                  <ns1:pt x="223838" y="263843"/>
                  <ns1:pt x="230505" y="271463"/>
                  <ns1:pt x="230505" y="280035"/>
                </ns1:cubicBezTo>
                <ns1:cubicBezTo>
                  <ns1:pt x="230505" y="289560"/>
                  <ns1:pt x="222885" y="296228"/>
                  <ns1:pt x="214313" y="296228"/>
                </ns1:cubicBezTo>
                <ns1:lnTo>
                  <ns1:pt x="180975" y="296228"/>
                </ns1:lnTo>
                <ns1:cubicBezTo>
                  <ns1:pt x="171450" y="296228"/>
                  <ns1:pt x="164783" y="288608"/>
                  <ns1:pt x="164783" y="280035"/>
                </ns1:cubicBezTo>
                <ns1:cubicBezTo>
                  <ns1:pt x="164783" y="270510"/>
                  <ns1:pt x="171450" y="263843"/>
                  <ns1:pt x="180975" y="263843"/>
                </ns1:cubicBezTo>
                <ns1:lnTo>
                  <ns1:pt x="180975" y="263843"/>
                </ns1:lnTo>
                <ns1:close/>
                <ns1:moveTo>
                  <ns1:pt x="180975" y="329565"/>
                </ns1:moveTo>
                <ns1:lnTo>
                  <ns1:pt x="214313" y="329565"/>
                </ns1:lnTo>
                <ns1:cubicBezTo>
                  <ns1:pt x="223838" y="329565"/>
                  <ns1:pt x="230505" y="337185"/>
                  <ns1:pt x="230505" y="345758"/>
                </ns1:cubicBezTo>
                <ns1:cubicBezTo>
                  <ns1:pt x="230505" y="355283"/>
                  <ns1:pt x="222885" y="361950"/>
                  <ns1:pt x="214313" y="361950"/>
                </ns1:cubicBezTo>
                <ns1:lnTo>
                  <ns1:pt x="180975" y="361950"/>
                </ns1:lnTo>
                <ns1:cubicBezTo>
                  <ns1:pt x="171450" y="361950"/>
                  <ns1:pt x="164783" y="354330"/>
                  <ns1:pt x="164783" y="345758"/>
                </ns1:cubicBezTo>
                <ns1:cubicBezTo>
                  <ns1:pt x="164783" y="337185"/>
                  <ns1:pt x="171450" y="329565"/>
                  <ns1:pt x="180975" y="329565"/>
                </ns1:cubicBezTo>
                <ns1:lnTo>
                  <ns1:pt x="180975" y="329565"/>
                </ns1:lnTo>
                <ns1:close/>
                <ns1:moveTo>
                  <ns1:pt x="115253" y="428625"/>
                </ns1:moveTo>
                <ns1:lnTo>
                  <ns1:pt x="81915" y="428625"/>
                </ns1:lnTo>
                <ns1:cubicBezTo>
                  <ns1:pt x="72390" y="428625"/>
                  <ns1:pt x="65723" y="421005"/>
                  <ns1:pt x="65723" y="412433"/>
                </ns1:cubicBezTo>
                <ns1:cubicBezTo>
                  <ns1:pt x="65723" y="402908"/>
                  <ns1:pt x="73343" y="396240"/>
                  <ns1:pt x="81915" y="396240"/>
                </ns1:cubicBezTo>
                <ns1:lnTo>
                  <ns1:pt x="115253" y="396240"/>
                </ns1:lnTo>
                <ns1:cubicBezTo>
                  <ns1:pt x="124778" y="396240"/>
                  <ns1:pt x="131445" y="403860"/>
                  <ns1:pt x="131445" y="412433"/>
                </ns1:cubicBezTo>
                <ns1:cubicBezTo>
                  <ns1:pt x="131445" y="421005"/>
                  <ns1:pt x="123825" y="428625"/>
                  <ns1:pt x="115253" y="428625"/>
                </ns1:cubicBezTo>
                <ns1:lnTo>
                  <ns1:pt x="115253" y="428625"/>
                </ns1:lnTo>
                <ns1:close/>
                <ns1:moveTo>
                  <ns1:pt x="115253" y="361950"/>
                </ns1:moveTo>
                <ns1:lnTo>
                  <ns1:pt x="81915" y="361950"/>
                </ns1:lnTo>
                <ns1:cubicBezTo>
                  <ns1:pt x="72390" y="361950"/>
                  <ns1:pt x="65723" y="354330"/>
                  <ns1:pt x="65723" y="345758"/>
                </ns1:cubicBezTo>
                <ns1:cubicBezTo>
                  <ns1:pt x="65723" y="336233"/>
                  <ns1:pt x="73343" y="329565"/>
                  <ns1:pt x="81915" y="329565"/>
                </ns1:cubicBezTo>
                <ns1:lnTo>
                  <ns1:pt x="115253" y="329565"/>
                </ns1:lnTo>
                <ns1:cubicBezTo>
                  <ns1:pt x="124778" y="329565"/>
                  <ns1:pt x="131445" y="337185"/>
                  <ns1:pt x="131445" y="345758"/>
                </ns1:cubicBezTo>
                <ns1:cubicBezTo>
                  <ns1:pt x="131445" y="355283"/>
                  <ns1:pt x="123825" y="361950"/>
                  <ns1:pt x="115253" y="361950"/>
                </ns1:cubicBezTo>
                <ns1:lnTo>
                  <ns1:pt x="115253" y="361950"/>
                </ns1:lnTo>
                <ns1:close/>
                <ns1:moveTo>
                  <ns1:pt x="115253" y="296228"/>
                </ns1:moveTo>
                <ns1:lnTo>
                  <ns1:pt x="81915" y="296228"/>
                </ns1:lnTo>
                <ns1:cubicBezTo>
                  <ns1:pt x="72390" y="296228"/>
                  <ns1:pt x="65723" y="288608"/>
                  <ns1:pt x="65723" y="280035"/>
                </ns1:cubicBezTo>
                <ns1:cubicBezTo>
                  <ns1:pt x="65723" y="270510"/>
                  <ns1:pt x="73343" y="263843"/>
                  <ns1:pt x="81915" y="263843"/>
                </ns1:cubicBezTo>
                <ns1:lnTo>
                  <ns1:pt x="115253" y="263843"/>
                </ns1:lnTo>
                <ns1:cubicBezTo>
                  <ns1:pt x="124778" y="263843"/>
                  <ns1:pt x="131445" y="271463"/>
                  <ns1:pt x="131445" y="280035"/>
                </ns1:cubicBezTo>
                <ns1:cubicBezTo>
                  <ns1:pt x="131445" y="289560"/>
                  <ns1:pt x="123825" y="296228"/>
                  <ns1:pt x="115253" y="296228"/>
                </ns1:cubicBezTo>
                <ns1:lnTo>
                  <ns1:pt x="115253" y="296228"/>
                </ns1:lnTo>
                <ns1:close/>
                <ns1:moveTo>
                  <ns1:pt x="312420" y="428625"/>
                </ns1:moveTo>
                <ns1:lnTo>
                  <ns1:pt x="180975" y="428625"/>
                </ns1:lnTo>
                <ns1:cubicBezTo>
                  <ns1:pt x="171450" y="428625"/>
                  <ns1:pt x="164783" y="421005"/>
                  <ns1:pt x="164783" y="412433"/>
                </ns1:cubicBezTo>
                <ns1:cubicBezTo>
                  <ns1:pt x="164783" y="402908"/>
                  <ns1:pt x="172403" y="396240"/>
                  <ns1:pt x="180975" y="396240"/>
                </ns1:cubicBezTo>
                <ns1:lnTo>
                  <ns1:pt x="312420" y="396240"/>
                </ns1:lnTo>
                <ns1:cubicBezTo>
                  <ns1:pt x="321945" y="396240"/>
                  <ns1:pt x="328613" y="403860"/>
                  <ns1:pt x="328613" y="412433"/>
                </ns1:cubicBezTo>
                <ns1:cubicBezTo>
                  <ns1:pt x="329565" y="421005"/>
                  <ns1:pt x="321945" y="428625"/>
                  <ns1:pt x="312420" y="428625"/>
                </ns1:cubicBezTo>
                <ns1:lnTo>
                  <ns1:pt x="312420" y="428625"/>
                </ns1:lnTo>
                <ns1:close/>
                <ns1:moveTo>
                  <ns1:pt x="312420" y="361950"/>
                </ns1:moveTo>
                <ns1:lnTo>
                  <ns1:pt x="279083" y="361950"/>
                </ns1:lnTo>
                <ns1:cubicBezTo>
                  <ns1:pt x="269558" y="361950"/>
                  <ns1:pt x="262890" y="354330"/>
                  <ns1:pt x="262890" y="345758"/>
                </ns1:cubicBezTo>
                <ns1:cubicBezTo>
                  <ns1:pt x="262890" y="336233"/>
                  <ns1:pt x="270510" y="329565"/>
                  <ns1:pt x="279083" y="329565"/>
                </ns1:cubicBezTo>
                <ns1:lnTo>
                  <ns1:pt x="312420" y="329565"/>
                </ns1:lnTo>
                <ns1:cubicBezTo>
                  <ns1:pt x="321945" y="329565"/>
                  <ns1:pt x="328613" y="337185"/>
                  <ns1:pt x="328613" y="345758"/>
                </ns1:cubicBezTo>
                <ns1:cubicBezTo>
                  <ns1:pt x="329565" y="355283"/>
                  <ns1:pt x="321945" y="361950"/>
                  <ns1:pt x="312420" y="361950"/>
                </ns1:cubicBezTo>
                <ns1:lnTo>
                  <ns1:pt x="312420" y="361950"/>
                </ns1:lnTo>
                <ns1:close/>
                <ns1:moveTo>
                  <ns1:pt x="312420" y="296228"/>
                </ns1:moveTo>
                <ns1:lnTo>
                  <ns1:pt x="279083" y="296228"/>
                </ns1:lnTo>
                <ns1:cubicBezTo>
                  <ns1:pt x="269558" y="296228"/>
                  <ns1:pt x="262890" y="288608"/>
                  <ns1:pt x="262890" y="280035"/>
                </ns1:cubicBezTo>
                <ns1:cubicBezTo>
                  <ns1:pt x="262890" y="270510"/>
                  <ns1:pt x="270510" y="263843"/>
                  <ns1:pt x="279083" y="263843"/>
                </ns1:cubicBezTo>
                <ns1:lnTo>
                  <ns1:pt x="312420" y="263843"/>
                </ns1:lnTo>
                <ns1:cubicBezTo>
                  <ns1:pt x="321945" y="263843"/>
                  <ns1:pt x="328613" y="271463"/>
                  <ns1:pt x="328613" y="280035"/>
                </ns1:cubicBezTo>
                <ns1:cubicBezTo>
                  <ns1:pt x="329565" y="289560"/>
                  <ns1:pt x="321945" y="296228"/>
                  <ns1:pt x="312420" y="296228"/>
                </ns1:cubicBezTo>
                <ns1:lnTo>
                  <ns1:pt x="312420" y="296228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715" name="Google Shape;715;p37">
            <ns1:extLst>
              <ns1:ext uri="{FF2B5EF4-FFF2-40B4-BE49-F238E27FC236}">
                <ns2:creationId id="{8125AA38-A5F3-48CF-8323-48328862EA40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327690" y="1658115"/>
            <ns1:ext cx="91444" cy="52254"/>
          </ns1:xfrm>
          <ns1:custGeom>
            <ns1:rect l="l" t="t" r="r" b="b"/>
            <ns1:pathLst>
              <ns1:path w="173354" h="99060">
                <ns1:moveTo>
                  <ns1:pt x="173355" y="99060"/>
                </ns1:moveTo>
                <ns1:lnTo>
                  <ns1:pt x="173355" y="0"/>
                </ns1:lnTo>
                <ns1:lnTo>
                  <ns1:pt x="40005" y="0"/>
                </ns1:lnTo>
                <ns1:cubicBezTo>
                  <ns1:pt x="36195" y="37148"/>
                  <ns1:pt x="21907" y="71438"/>
                  <ns1:pt x="0" y="99060"/>
                </ns1:cubicBezTo>
                <ns1:lnTo>
                  <ns1:pt x="173355" y="9906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717" name="Google Shape;717;p37">
            <ns1:extLst>
              <ns1:ext uri="{FF2B5EF4-FFF2-40B4-BE49-F238E27FC236}">
                <ns2:creationId id="{836FA265-1619-4D90-88DE-9DC9C9950EC8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226993" y="2896145"/>
            <ns1:ext cx="17083" cy="48234"/>
          </ns1:xfrm>
          <ns1:custGeom>
            <ns1:rect l="l" t="t" r="r" b="b"/>
            <ns1:pathLst>
              <ns1:path w="32385" h="91439">
                <ns1:moveTo>
                  <ns1:pt x="32385" y="91440"/>
                </ns1:moveTo>
                <ns1:lnTo>
                  <ns1:pt x="32385" y="0"/>
                </ns1:lnTo>
                <ns1:lnTo>
                  <ns1:pt x="0" y="0"/>
                </ns1:lnTo>
                <ns1:cubicBezTo>
                  <ns1:pt x="2858" y="42863"/>
                  <ns1:pt x="16193" y="77152"/>
                  <ns1:pt x="32385" y="91440"/>
                </ns1:cubicBezTo>
                <ns1:lnTo>
                  <ns1:pt x="32385" y="9144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718" name="Google Shape;718;p37">
            <ns1:extLst>
              <ns1:ext uri="{FF2B5EF4-FFF2-40B4-BE49-F238E27FC236}">
                <ns2:creationId id="{A4A46A18-3BFD-4400-8469-E57FC147BD0C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261742" y="2810029"/>
            <ns1:ext cx="68835" cy="68835"/>
          </ns1:xfrm>
          <ns1:custGeom>
            <ns1:rect l="l" t="t" r="r" b="b"/>
            <ns1:pathLst>
              <ns1:path w="130492" h="130492">
                <ns1:moveTo>
                  <ns1:pt x="0" y="953"/>
                </ns1:moveTo>
                <ns1:cubicBezTo>
                  <ns1:pt x="35242" y="13335"/>
                  <ns1:pt x="60960" y="63817"/>
                  <ns1:pt x="64770" y="130492"/>
                </ns1:cubicBezTo>
                <ns1:lnTo>
                  <ns1:pt x="130492" y="130492"/>
                </ns1:lnTo>
                <ns1:cubicBezTo>
                  <ns1:pt x="122872" y="61913"/>
                  <ns1:pt x="68580" y="7620"/>
                  <ns1:pt x="0" y="0"/>
                </ns1:cubicBezTo>
                <ns1:lnTo>
                  <ns1:pt x="0" y="953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719" name="Google Shape;719;p37">
            <ns1:extLst>
              <ns1:ext uri="{FF2B5EF4-FFF2-40B4-BE49-F238E27FC236}">
                <ns2:creationId id="{6FA5EB63-EB56-4BFA-AB18-08EA5107DB04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226993" y="2830676"/>
            <ns1:ext cx="17083" cy="48234"/>
          </ns1:xfrm>
          <ns1:custGeom>
            <ns1:rect l="l" t="t" r="r" b="b"/>
            <ns1:pathLst>
              <ns1:path w="32385" h="91439">
                <ns1:moveTo>
                  <ns1:pt x="0" y="91440"/>
                </ns1:moveTo>
                <ns1:lnTo>
                  <ns1:pt x="32385" y="91440"/>
                </ns1:lnTo>
                <ns1:lnTo>
                  <ns1:pt x="32385" y="0"/>
                </ns1:lnTo>
                <ns1:cubicBezTo>
                  <ns1:pt x="16193" y="14288"/>
                  <ns1:pt x="2858" y="48577"/>
                  <ns1:pt x="0" y="91440"/>
                </ns1:cubicBezTo>
                <ns1:lnTo>
                  <ns1:pt x="0" y="9144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720" name="Google Shape;720;p37">
            <ns1:extLst>
              <ns1:ext uri="{FF2B5EF4-FFF2-40B4-BE49-F238E27FC236}">
                <ns2:creationId id="{ADB45B98-2C1E-4FC2-8531-EA4E2795CEA8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261238" y="2896145"/>
            <ns1:ext cx="17083" cy="48234"/>
          </ns1:xfrm>
          <ns1:custGeom>
            <ns1:rect l="l" t="t" r="r" b="b"/>
            <ns1:pathLst>
              <ns1:path w="32384" h="91439">
                <ns1:moveTo>
                  <ns1:pt x="32385" y="0"/>
                </ns1:moveTo>
                <ns1:lnTo>
                  <ns1:pt x="0" y="0"/>
                </ns1:lnTo>
                <ns1:lnTo>
                  <ns1:pt x="0" y="91440"/>
                </ns1:lnTo>
                <ns1:cubicBezTo>
                  <ns1:pt x="16192" y="77152"/>
                  <ns1:pt x="29528" y="42863"/>
                  <ns1:pt x="32385" y="0"/>
                </ns1:cubicBezTo>
                <ns1:lnTo>
                  <ns1:pt x="32385" y="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721" name="Google Shape;721;p37">
            <ns1:extLst>
              <ns1:ext uri="{FF2B5EF4-FFF2-40B4-BE49-F238E27FC236}">
                <ns2:creationId id="{0286BC47-C7F5-4C72-B1A5-154C444D9A84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261742" y="2830676"/>
            <ns1:ext cx="17083" cy="48234"/>
          </ns1:xfrm>
          <ns1:custGeom>
            <ns1:rect l="l" t="t" r="r" b="b"/>
            <ns1:pathLst>
              <ns1:path w="32384" h="91439">
                <ns1:moveTo>
                  <ns1:pt x="0" y="0"/>
                </ns1:moveTo>
                <ns1:lnTo>
                  <ns1:pt x="0" y="91440"/>
                </ns1:lnTo>
                <ns1:lnTo>
                  <ns1:pt x="32385" y="91440"/>
                </ns1:lnTo>
                <ns1:cubicBezTo>
                  <ns1:pt x="28575" y="48577"/>
                  <ns1:pt x="15240" y="14288"/>
                  <ns1:pt x="0" y="0"/>
                </ns1:cubicBezTo>
                <ns1:lnTo>
                  <ns1:pt x="0" y="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722" name="Google Shape;722;p37">
            <ns1:extLst>
              <ns1:ext uri="{FF2B5EF4-FFF2-40B4-BE49-F238E27FC236}">
                <ns2:creationId id="{E32E13ED-528E-4D03-9699-DA4A7E8CB1E5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261742" y="2896145"/>
            <ns1:ext cx="68835" cy="69337"/>
          </ns1:xfrm>
          <ns1:custGeom>
            <ns1:rect l="l" t="t" r="r" b="b"/>
            <ns1:pathLst>
              <ns1:path w="130492" h="131444">
                <ns1:moveTo>
                  <ns1:pt x="64770" y="0"/>
                </ns1:moveTo>
                <ns1:cubicBezTo>
                  <ns1:pt x="60960" y="66675"/>
                  <ns1:pt x="35242" y="117157"/>
                  <ns1:pt x="0" y="129540"/>
                </ns1:cubicBezTo>
                <ns1:lnTo>
                  <ns1:pt x="0" y="131445"/>
                </ns1:lnTo>
                <ns1:cubicBezTo>
                  <ns1:pt x="21907" y="128588"/>
                  <ns1:pt x="43815" y="121920"/>
                  <ns1:pt x="61913" y="109538"/>
                </ns1:cubicBezTo>
                <ns1:cubicBezTo>
                  <ns1:pt x="100965" y="84772"/>
                  <ns1:pt x="125730" y="44767"/>
                  <ns1:pt x="130492" y="0"/>
                </ns1:cubicBezTo>
                <ns1:lnTo>
                  <ns1:pt x="64770" y="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723" name="Google Shape;723;p37">
            <ns1:extLst>
              <ns1:ext uri="{FF2B5EF4-FFF2-40B4-BE49-F238E27FC236}">
                <ns2:creationId id="{071D1E39-BD8F-49F2-9894-6A356F3CA636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175121" y="2810029"/>
            <ns1:ext cx="68835" cy="68835"/>
          </ns1:xfrm>
          <ns1:custGeom>
            <ns1:rect l="l" t="t" r="r" b="b"/>
            <ns1:pathLst>
              <ns1:path w="130492" h="130492">
                <ns1:moveTo>
                  <ns1:pt x="65722" y="130492"/>
                </ns1:moveTo>
                <ns1:cubicBezTo>
                  <ns1:pt x="69532" y="63817"/>
                  <ns1:pt x="95250" y="13335"/>
                  <ns1:pt x="130493" y="953"/>
                </ns1:cubicBezTo>
                <ns1:lnTo>
                  <ns1:pt x="130493" y="0"/>
                </ns1:lnTo>
                <ns1:cubicBezTo>
                  <ns1:pt x="61913" y="7620"/>
                  <ns1:pt x="7620" y="61913"/>
                  <ns1:pt x="0" y="130492"/>
                </ns1:cubicBezTo>
                <ns1:lnTo>
                  <ns1:pt x="65722" y="130492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724" name="Google Shape;724;p37">
            <ns1:extLst>
              <ns1:ext uri="{FF2B5EF4-FFF2-40B4-BE49-F238E27FC236}">
                <ns2:creationId id="{9C377CC3-60BA-4D88-8445-A7983BA96928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175121" y="2896145"/>
            <ns1:ext cx="68835" cy="68835"/>
          </ns1:xfrm>
          <ns1:custGeom>
            <ns1:rect l="l" t="t" r="r" b="b"/>
            <ns1:pathLst>
              <ns1:path w="130492" h="130492">
                <ns1:moveTo>
                  <ns1:pt x="130493" y="129540"/>
                </ns1:moveTo>
                <ns1:cubicBezTo>
                  <ns1:pt x="95250" y="117157"/>
                  <ns1:pt x="69532" y="66675"/>
                  <ns1:pt x="65722" y="0"/>
                </ns1:cubicBezTo>
                <ns1:lnTo>
                  <ns1:pt x="0" y="0"/>
                </ns1:lnTo>
                <ns1:cubicBezTo>
                  <ns1:pt x="7620" y="68580"/>
                  <ns1:pt x="61913" y="122872"/>
                  <ns1:pt x="130493" y="130492"/>
                </ns1:cubicBezTo>
                <ns1:lnTo>
                  <ns1:pt x="130493" y="12954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725" name="Google Shape;725;p37">
            <ns1:extLst>
              <ns1:ext uri="{FF2B5EF4-FFF2-40B4-BE49-F238E27FC236}">
                <ns2:creationId id="{7860C9CB-FB4F-44E5-A952-931C3ECA3711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245122" y="2721897"/>
            <ns1:ext cx="227607" cy="278856"/>
          </ns1:xfrm>
          <ns1:custGeom>
            <ns1:rect l="l" t="t" r="r" b="b"/>
            <ns1:pathLst>
              <ns1:path w="431482" h="528637">
                <ns1:moveTo>
                  <ns1:pt x="413385" y="65722"/>
                </ns1:moveTo>
                <ns1:lnTo>
                  <ns1:pt x="397193" y="65722"/>
                </ns1:lnTo>
                <ns1:cubicBezTo>
                  <ns1:pt x="369570" y="65722"/>
                  <ns1:pt x="347663" y="43815"/>
                  <ns1:pt x="347663" y="16192"/>
                </ns1:cubicBezTo>
                <ns1:cubicBezTo>
                  <ns1:pt x="347663" y="6667"/>
                  <ns1:pt x="340043" y="0"/>
                  <ns1:pt x="331470" y="0"/>
                </ns1:cubicBezTo>
                <ns1:lnTo>
                  <ns1:pt x="98108" y="0"/>
                </ns1:lnTo>
                <ns1:cubicBezTo>
                  <ns1:pt x="88583" y="0"/>
                  <ns1:pt x="81915" y="7620"/>
                  <ns1:pt x="81915" y="16192"/>
                </ns1:cubicBezTo>
                <ns1:cubicBezTo>
                  <ns1:pt x="81915" y="43815"/>
                  <ns1:pt x="60008" y="65722"/>
                  <ns1:pt x="32385" y="65722"/>
                </ns1:cubicBezTo>
                <ns1:lnTo>
                  <ns1:pt x="16193" y="65722"/>
                </ns1:lnTo>
                <ns1:cubicBezTo>
                  <ns1:pt x="6668" y="65722"/>
                  <ns1:pt x="0" y="73342"/>
                  <ns1:pt x="0" y="81915"/>
                </ns1:cubicBezTo>
                <ns1:lnTo>
                  <ns1:pt x="0" y="132397"/>
                </ns1:lnTo>
                <ns1:cubicBezTo>
                  <ns1:pt x="5715" y="131445"/>
                  <ns1:pt x="10478" y="131445"/>
                  <ns1:pt x="16193" y="131445"/>
                </ns1:cubicBezTo>
                <ns1:cubicBezTo>
                  <ns1:pt x="33338" y="131445"/>
                  <ns1:pt x="49530" y="134303"/>
                  <ns1:pt x="65722" y="138113"/>
                </ns1:cubicBezTo>
                <ns1:lnTo>
                  <ns1:pt x="65722" y="138113"/>
                </ns1:lnTo>
                <ns1:cubicBezTo>
                  <ns1:pt x="65722" y="131445"/>
                  <ns1:pt x="69533" y="125730"/>
                  <ns1:pt x="76200" y="122872"/>
                </ns1:cubicBezTo>
                <ns1:cubicBezTo>
                  <ns1:pt x="100013" y="113347"/>
                  <ns1:pt x="120015" y="95250"/>
                  <ns1:pt x="133350" y="73342"/>
                </ns1:cubicBezTo>
                <ns1:cubicBezTo>
                  <ns1:pt x="136208" y="68580"/>
                  <ns1:pt x="141922" y="64770"/>
                  <ns1:pt x="147638" y="64770"/>
                </ns1:cubicBezTo>
                <ns1:lnTo>
                  <ns1:pt x="284797" y="64770"/>
                </ns1:lnTo>
                <ns1:cubicBezTo>
                  <ns1:pt x="290513" y="64770"/>
                  <ns1:pt x="296228" y="67628"/>
                  <ns1:pt x="299085" y="73342"/>
                </ns1:cubicBezTo>
                <ns1:cubicBezTo>
                  <ns1:pt x="312420" y="95250"/>
                  <ns1:pt x="332422" y="113347"/>
                  <ns1:pt x="356235" y="122872"/>
                </ns1:cubicBezTo>
                <ns1:cubicBezTo>
                  <ns1:pt x="362903" y="125730"/>
                  <ns1:pt x="366713" y="131445"/>
                  <ns1:pt x="366713" y="138113"/>
                </ns1:cubicBezTo>
                <ns1:lnTo>
                  <ns1:pt x="366713" y="237172"/>
                </ns1:lnTo>
                <ns1:cubicBezTo>
                  <ns1:pt x="366713" y="331470"/>
                  <ns1:pt x="308610" y="418147"/>
                  <ns1:pt x="222885" y="456247"/>
                </ns1:cubicBezTo>
                <ns1:cubicBezTo>
                  <ns1:pt x="220980" y="457200"/>
                  <ns1:pt x="218122" y="458153"/>
                  <ns1:pt x="216218" y="458153"/>
                </ns1:cubicBezTo>
                <ns1:cubicBezTo>
                  <ns1:pt x="214313" y="458153"/>
                  <ns1:pt x="211455" y="457200"/>
                  <ns1:pt x="209550" y="456247"/>
                </ns1:cubicBezTo>
                <ns1:cubicBezTo>
                  <ns1:pt x="192405" y="448628"/>
                  <ns1:pt x="175260" y="438150"/>
                  <ns1:pt x="160020" y="426720"/>
                </ns1:cubicBezTo>
                <ns1:cubicBezTo>
                  <ns1:pt x="147638" y="442913"/>
                  <ns1:pt x="132397" y="456247"/>
                  <ns1:pt x="114300" y="467678"/>
                </ns1:cubicBezTo>
                <ns1:cubicBezTo>
                  <ns1:pt x="112395" y="468630"/>
                  <ns1:pt x="111443" y="469582"/>
                  <ns1:pt x="109538" y="470535"/>
                </ns1:cubicBezTo>
                <ns1:cubicBezTo>
                  <ns1:pt x="139065" y="496253"/>
                  <ns1:pt x="173355" y="515303"/>
                  <ns1:pt x="210503" y="527685"/>
                </ns1:cubicBezTo>
                <ns1:cubicBezTo>
                  <ns1:pt x="212408" y="528638"/>
                  <ns1:pt x="214313" y="528638"/>
                  <ns1:pt x="215265" y="528638"/>
                </ns1:cubicBezTo>
                <ns1:cubicBezTo>
                  <ns1:pt x="217170" y="528638"/>
                  <ns1:pt x="219075" y="528638"/>
                  <ns1:pt x="220028" y="527685"/>
                </ns1:cubicBezTo>
                <ns1:cubicBezTo>
                  <ns1:pt x="345758" y="485775"/>
                  <ns1:pt x="431483" y="369570"/>
                  <ns1:pt x="431483" y="237172"/>
                </ns1:cubicBezTo>
                <ns1:lnTo>
                  <ns1:pt x="431483" y="82867"/>
                </ns1:lnTo>
                <ns1:cubicBezTo>
                  <ns1:pt x="429578" y="73342"/>
                  <ns1:pt x="421958" y="65722"/>
                  <ns1:pt x="413385" y="65722"/>
                </ns1:cubicBezTo>
                <ns1:lnTo>
                  <ns1:pt x="413385" y="65722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726" name="Google Shape;726;p37">
            <ns1:extLst>
              <ns1:ext uri="{FF2B5EF4-FFF2-40B4-BE49-F238E27FC236}">
                <ns2:creationId id="{2A0B2740-A44F-499D-8D16-2B62B93A5BB4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296994" y="2774272"/>
            <ns1:ext cx="122596" cy="170831"/>
          </ns1:xfrm>
          <ns1:custGeom>
            <ns1:rect l="l" t="t" r="r" b="b"/>
            <ns1:pathLst>
              <ns1:path w="232409" h="323850">
                <ns1:moveTo>
                  <ns1:pt x="114300" y="323850"/>
                </ns1:moveTo>
                <ns1:cubicBezTo>
                  <ns1:pt x="184785" y="289560"/>
                  <ns1:pt x="232410" y="217170"/>
                  <ns1:pt x="232410" y="138113"/>
                </ns1:cubicBezTo>
                <ns1:lnTo>
                  <ns1:pt x="232410" y="50482"/>
                </ns1:lnTo>
                <ns1:cubicBezTo>
                  <ns1:pt x="209550" y="39053"/>
                  <ns1:pt x="189547" y="21907"/>
                  <ns1:pt x="175260" y="0"/>
                </ns1:cubicBezTo>
                <ns1:lnTo>
                  <ns1:pt x="57150" y="0"/>
                </ns1:lnTo>
                <ns1:cubicBezTo>
                  <ns1:pt x="42863" y="21907"/>
                  <ns1:pt x="22860" y="39053"/>
                  <ns1:pt x="0" y="50482"/>
                </ns1:cubicBezTo>
                <ns1:lnTo>
                  <ns1:pt x="0" y="53340"/>
                </ns1:lnTo>
                <ns1:cubicBezTo>
                  <ns1:pt x="59055" y="83820"/>
                  <ns1:pt x="99060" y="144780"/>
                  <ns1:pt x="99060" y="215265"/>
                </ns1:cubicBezTo>
                <ns1:cubicBezTo>
                  <ns1:pt x="99060" y="245745"/>
                  <ns1:pt x="91440" y="274320"/>
                  <ns1:pt x="78105" y="300038"/>
                </ns1:cubicBezTo>
                <ns1:cubicBezTo>
                  <ns1:pt x="88582" y="308610"/>
                  <ns1:pt x="100965" y="317182"/>
                  <ns1:pt x="114300" y="323850"/>
                </ns1:cubicBezTo>
                <ns1:lnTo>
                  <ns1:pt x="114300" y="32385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728" name="Google Shape;728;p37">
            <ns1:extLst>
              <ns1:ext uri="{FF2B5EF4-FFF2-40B4-BE49-F238E27FC236}">
                <ns2:creationId id="{C1476B3E-1C0C-4E7B-B039-7E1352C366D0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672381" y="3854393"/>
            <ns1:ext cx="159274" cy="52254"/>
          </ns1:xfrm>
          <ns1:custGeom>
            <ns1:rect l="l" t="t" r="r" b="b"/>
            <ns1:pathLst>
              <ns1:path w="301942" h="99060">
                <ns1:moveTo>
                  <ns1:pt x="268605" y="99060"/>
                </ns1:moveTo>
                <ns1:lnTo>
                  <ns1:pt x="301943" y="0"/>
                </ns1:lnTo>
                <ns1:lnTo>
                  <ns1:pt x="16193" y="0"/>
                </ns1:lnTo>
                <ns1:cubicBezTo>
                  <ns1:pt x="6668" y="0"/>
                  <ns1:pt x="0" y="7620"/>
                  <ns1:pt x="0" y="16193"/>
                </ns1:cubicBezTo>
                <ns1:lnTo>
                  <ns1:pt x="0" y="98107"/>
                </ns1:lnTo>
                <ns1:lnTo>
                  <ns1:pt x="268605" y="98107"/>
                </ns1:lnTo>
                <ns1:close/>
                <ns1:moveTo>
                  <ns1:pt x="214313" y="33338"/>
                </ns1:moveTo>
                <ns1:cubicBezTo>
                  <ns1:pt x="223838" y="33338"/>
                  <ns1:pt x="230505" y="40957"/>
                  <ns1:pt x="230505" y="49530"/>
                </ns1:cubicBezTo>
                <ns1:cubicBezTo>
                  <ns1:pt x="230505" y="58102"/>
                  <ns1:pt x="222885" y="65723"/>
                  <ns1:pt x="214313" y="65723"/>
                </ns1:cubicBezTo>
                <ns1:cubicBezTo>
                  <ns1:pt x="205740" y="65723"/>
                  <ns1:pt x="198120" y="58102"/>
                  <ns1:pt x="198120" y="49530"/>
                </ns1:cubicBezTo>
                <ns1:cubicBezTo>
                  <ns1:pt x="198120" y="40957"/>
                  <ns1:pt x="204788" y="33338"/>
                  <ns1:pt x="214313" y="33338"/>
                </ns1:cubicBezTo>
                <ns1:lnTo>
                  <ns1:pt x="214313" y="33338"/>
                </ns1:lnTo>
                <ns1:close/>
                <ns1:moveTo>
                  <ns1:pt x="148590" y="33338"/>
                </ns1:moveTo>
                <ns1:cubicBezTo>
                  <ns1:pt x="158115" y="33338"/>
                  <ns1:pt x="164783" y="40957"/>
                  <ns1:pt x="164783" y="49530"/>
                </ns1:cubicBezTo>
                <ns1:cubicBezTo>
                  <ns1:pt x="164783" y="58102"/>
                  <ns1:pt x="157163" y="65723"/>
                  <ns1:pt x="148590" y="65723"/>
                </ns1:cubicBezTo>
                <ns1:cubicBezTo>
                  <ns1:pt x="140018" y="65723"/>
                  <ns1:pt x="132398" y="58102"/>
                  <ns1:pt x="132398" y="49530"/>
                </ns1:cubicBezTo>
                <ns1:cubicBezTo>
                  <ns1:pt x="132398" y="40957"/>
                  <ns1:pt x="139065" y="33338"/>
                  <ns1:pt x="148590" y="33338"/>
                </ns1:cubicBezTo>
                <ns1:lnTo>
                  <ns1:pt x="148590" y="33338"/>
                </ns1:lnTo>
                <ns1:close/>
                <ns1:moveTo>
                  <ns1:pt x="82868" y="33338"/>
                </ns1:moveTo>
                <ns1:cubicBezTo>
                  <ns1:pt x="92393" y="33338"/>
                  <ns1:pt x="99060" y="40957"/>
                  <ns1:pt x="99060" y="49530"/>
                </ns1:cubicBezTo>
                <ns1:cubicBezTo>
                  <ns1:pt x="99060" y="58102"/>
                  <ns1:pt x="91440" y="65723"/>
                  <ns1:pt x="82868" y="65723"/>
                </ns1:cubicBezTo>
                <ns1:cubicBezTo>
                  <ns1:pt x="74295" y="65723"/>
                  <ns1:pt x="66675" y="58102"/>
                  <ns1:pt x="66675" y="49530"/>
                </ns1:cubicBezTo>
                <ns1:cubicBezTo>
                  <ns1:pt x="66675" y="40957"/>
                  <ns1:pt x="73343" y="33338"/>
                  <ns1:pt x="82868" y="33338"/>
                </ns1:cubicBezTo>
                <ns1:lnTo>
                  <ns1:pt x="82868" y="33338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729" name="Google Shape;729;p37">
            <ns1:extLst>
              <ns1:ext uri="{FF2B5EF4-FFF2-40B4-BE49-F238E27FC236}">
                <ns2:creationId id="{58224A53-4BB1-4390-9AA5-65F619AF6128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760009" y="4063388"/>
            <ns1:ext cx="121089" cy="87927"/>
          </ns1:xfrm>
          <ns1:custGeom>
            <ns1:rect l="l" t="t" r="r" b="b"/>
            <ns1:pathLst>
              <ns1:path w="229552" h="166687">
                <ns1:moveTo>
                  <ns1:pt x="213360" y="0"/>
                </ns1:moveTo>
                <ns1:lnTo>
                  <ns1:pt x="16193" y="0"/>
                </ns1:lnTo>
                <ns1:cubicBezTo>
                  <ns1:pt x="6668" y="0"/>
                  <ns1:pt x="0" y="7620"/>
                  <ns1:pt x="0" y="16193"/>
                </ns1:cubicBezTo>
                <ns1:lnTo>
                  <ns1:pt x="0" y="150495"/>
                </ns1:lnTo>
                <ns1:cubicBezTo>
                  <ns1:pt x="0" y="160020"/>
                  <ns1:pt x="7620" y="166688"/>
                  <ns1:pt x="16193" y="166688"/>
                </ns1:cubicBezTo>
                <ns1:lnTo>
                  <ns1:pt x="213360" y="166688"/>
                </ns1:lnTo>
                <ns1:cubicBezTo>
                  <ns1:pt x="222885" y="166688"/>
                  <ns1:pt x="229552" y="159068"/>
                  <ns1:pt x="229552" y="150495"/>
                </ns1:cubicBezTo>
                <ns1:lnTo>
                  <ns1:pt x="229552" y="16193"/>
                </ns1:lnTo>
                <ns1:cubicBezTo>
                  <ns1:pt x="229552" y="7620"/>
                  <ns1:pt x="221932" y="0"/>
                  <ns1:pt x="213360" y="0"/>
                </ns1:cubicBezTo>
                <ns1:lnTo>
                  <ns1:pt x="213360" y="0"/>
                </ns1:lnTo>
                <ns1:close/>
                <ns1:moveTo>
                  <ns1:pt x="147638" y="99060"/>
                </ns1:moveTo>
                <ns1:lnTo>
                  <ns1:pt x="80963" y="99060"/>
                </ns1:lnTo>
                <ns1:cubicBezTo>
                  <ns1:pt x="71438" y="99060"/>
                  <ns1:pt x="64770" y="91440"/>
                  <ns1:pt x="64770" y="82868"/>
                </ns1:cubicBezTo>
                <ns1:cubicBezTo>
                  <ns1:pt x="64770" y="74295"/>
                  <ns1:pt x="72390" y="66675"/>
                  <ns1:pt x="80963" y="66675"/>
                </ns1:cubicBezTo>
                <ns1:lnTo>
                  <ns1:pt x="146685" y="66675"/>
                </ns1:lnTo>
                <ns1:cubicBezTo>
                  <ns1:pt x="156210" y="66675"/>
                  <ns1:pt x="162877" y="74295"/>
                  <ns1:pt x="162877" y="82868"/>
                </ns1:cubicBezTo>
                <ns1:cubicBezTo>
                  <ns1:pt x="162877" y="91440"/>
                  <ns1:pt x="156210" y="99060"/>
                  <ns1:pt x="147638" y="99060"/>
                </ns1:cubicBezTo>
                <ns1:lnTo>
                  <ns1:pt x="147638" y="9906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730" name="Google Shape;730;p37">
            <ns1:extLst>
              <ns1:ext uri="{FF2B5EF4-FFF2-40B4-BE49-F238E27FC236}">
                <ns2:creationId id="{A2C434B9-3B5C-48F4-B34E-84F4F5043A16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777635" y="3993891"/>
            <ns1:ext cx="86420" cy="51751"/>
          </ns1:xfrm>
          <ns1:custGeom>
            <ns1:rect l="l" t="t" r="r" b="b"/>
            <ns1:pathLst>
              <ns1:path w="163830" h="98107">
                <ns1:moveTo>
                  <ns1:pt x="31432" y="98107"/>
                </ns1:moveTo>
                <ns1:lnTo>
                  <ns1:pt x="31432" y="81915"/>
                </ns1:lnTo>
                <ns1:cubicBezTo>
                  <ns1:pt x="31432" y="54293"/>
                  <ns1:pt x="53340" y="32385"/>
                  <ns1:pt x="80963" y="32385"/>
                </ns1:cubicBezTo>
                <ns1:cubicBezTo>
                  <ns1:pt x="108585" y="32385"/>
                  <ns1:pt x="130493" y="54293"/>
                  <ns1:pt x="130493" y="81915"/>
                </ns1:cubicBezTo>
                <ns1:lnTo>
                  <ns1:pt x="130493" y="98107"/>
                </ns1:lnTo>
                <ns1:lnTo>
                  <ns1:pt x="163830" y="98107"/>
                </ns1:lnTo>
                <ns1:lnTo>
                  <ns1:pt x="163830" y="81915"/>
                </ns1:lnTo>
                <ns1:cubicBezTo>
                  <ns1:pt x="163830" y="36195"/>
                  <ns1:pt x="126682" y="0"/>
                  <ns1:pt x="81915" y="0"/>
                </ns1:cubicBezTo>
                <ns1:cubicBezTo>
                  <ns1:pt x="37148" y="0"/>
                  <ns1:pt x="0" y="37147"/>
                  <ns1:pt x="0" y="81915"/>
                </ns1:cubicBezTo>
                <ns1:lnTo>
                  <ns1:pt x="0" y="98107"/>
                </ns1:lnTo>
                <ns1:lnTo>
                  <ns1:pt x="31432" y="98107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731" name="Google Shape;731;p37">
            <ns1:extLst>
              <ns1:ext uri="{FF2B5EF4-FFF2-40B4-BE49-F238E27FC236}">
                <ns2:creationId id="{DAEED795-8846-4973-B3FF-5C13C19E5CE9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671878" y="3854393"/>
            <ns1:ext cx="296442" cy="226602"/>
          </ns1:xfrm>
          <ns1:custGeom>
            <ns1:rect l="l" t="t" r="r" b="b"/>
            <ns1:pathLst>
              <ns1:path w="561975" h="429577">
                <ns1:moveTo>
                  <ns1:pt x="545782" y="0"/>
                </ns1:moveTo>
                <ns1:lnTo>
                  <ns1:pt x="337185" y="0"/>
                </ns1:lnTo>
                <ns1:lnTo>
                  <ns1:pt x="297180" y="120015"/>
                </ns1:lnTo>
                <ns1:cubicBezTo>
                  <ns1:pt x="295275" y="126682"/>
                  <ns1:pt x="288607" y="131445"/>
                  <ns1:pt x="281940" y="131445"/>
                </ns1:cubicBezTo>
                <ns1:lnTo>
                  <ns1:pt x="0" y="131445"/>
                </ns1:lnTo>
                <ns1:lnTo>
                  <ns1:pt x="0" y="413385"/>
                </ns1:lnTo>
                <ns1:cubicBezTo>
                  <ns1:pt x="0" y="422910"/>
                  <ns1:pt x="7620" y="429577"/>
                  <ns1:pt x="16193" y="429577"/>
                </ns1:cubicBezTo>
                <ns1:lnTo>
                  <ns1:pt x="132398" y="429577"/>
                </ns1:lnTo>
                <ns1:lnTo>
                  <ns1:pt x="132398" y="410527"/>
                </ns1:lnTo>
                <ns1:cubicBezTo>
                  <ns1:pt x="132398" y="388620"/>
                  <ns1:pt x="145732" y="370523"/>
                  <ns1:pt x="165735" y="363855"/>
                </ns1:cubicBezTo>
                <ns1:lnTo>
                  <ns1:pt x="165735" y="344805"/>
                </ns1:lnTo>
                <ns1:cubicBezTo>
                  <ns1:pt x="165735" y="280988"/>
                  <ns1:pt x="217170" y="229552"/>
                  <ns1:pt x="280988" y="229552"/>
                </ns1:cubicBezTo>
                <ns1:cubicBezTo>
                  <ns1:pt x="344805" y="229552"/>
                  <ns1:pt x="396240" y="280988"/>
                  <ns1:pt x="396240" y="344805"/>
                </ns1:cubicBezTo>
                <ns1:lnTo>
                  <ns1:pt x="396240" y="363855"/>
                </ns1:lnTo>
                <ns1:cubicBezTo>
                  <ns1:pt x="415290" y="370523"/>
                  <ns1:pt x="429577" y="388620"/>
                  <ns1:pt x="429577" y="410527"/>
                </ns1:cubicBezTo>
                <ns1:lnTo>
                  <ns1:pt x="429577" y="429577"/>
                </ns1:lnTo>
                <ns1:lnTo>
                  <ns1:pt x="545782" y="429577"/>
                </ns1:lnTo>
                <ns1:cubicBezTo>
                  <ns1:pt x="555307" y="429577"/>
                  <ns1:pt x="561975" y="421957"/>
                  <ns1:pt x="561975" y="413385"/>
                </ns1:cubicBezTo>
                <ns1:lnTo>
                  <ns1:pt x="561975" y="16193"/>
                </ns1:lnTo>
                <ns1:cubicBezTo>
                  <ns1:pt x="561975" y="7620"/>
                  <ns1:pt x="554355" y="0"/>
                  <ns1:pt x="545782" y="0"/>
                </ns1:cubicBezTo>
                <ns1:lnTo>
                  <ns1:pt x="545782" y="0"/>
                </ns1:lnTo>
                <ns1:close/>
                <ns1:moveTo>
                  <ns1:pt x="445770" y="197168"/>
                </ns1:moveTo>
                <ns1:lnTo>
                  <ns1:pt x="116205" y="197168"/>
                </ns1:lnTo>
                <ns1:cubicBezTo>
                  <ns1:pt x="106680" y="197168"/>
                  <ns1:pt x="100013" y="189548"/>
                  <ns1:pt x="100013" y="180975"/>
                </ns1:cubicBezTo>
                <ns1:cubicBezTo>
                  <ns1:pt x="100013" y="172402"/>
                  <ns1:pt x="107632" y="164782"/>
                  <ns1:pt x="116205" y="164782"/>
                </ns1:cubicBezTo>
                <ns1:lnTo>
                  <ns1:pt x="445770" y="164782"/>
                </ns1:lnTo>
                <ns1:cubicBezTo>
                  <ns1:pt x="455295" y="164782"/>
                  <ns1:pt x="461963" y="172402"/>
                  <ns1:pt x="461963" y="180975"/>
                </ns1:cubicBezTo>
                <ns1:cubicBezTo>
                  <ns1:pt x="461963" y="189548"/>
                  <ns1:pt x="454343" y="197168"/>
                  <ns1:pt x="445770" y="197168"/>
                </ns1:cubicBezTo>
                <ns1:lnTo>
                  <ns1:pt x="445770" y="197168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733" name="Google Shape;733;p37">
            <ns1:extLst>
              <ns1:ext uri="{FF2B5EF4-FFF2-40B4-BE49-F238E27FC236}">
                <ns2:creationId id="{6752DA2D-9C08-4313-BF80-9EBA12FAF9EB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229286" y="3854856"/>
            <ns1:ext cx="242680" cy="242680"/>
          </ns1:xfrm>
          <ns1:custGeom>
            <ns1:rect l="l" t="t" r="r" b="b"/>
            <ns1:pathLst>
              <ns1:path w="460057" h="460057">
                <ns1:moveTo>
                  <ns1:pt x="345758" y="164782"/>
                </ns1:moveTo>
                <ns1:cubicBezTo>
                  <ns1:pt x="318135" y="164782"/>
                  <ns1:pt x="296227" y="142875"/>
                  <ns1:pt x="296227" y="115252"/>
                </ns1:cubicBezTo>
                <ns1:lnTo>
                  <ns1:pt x="296227" y="0"/>
                </ns1:lnTo>
                <ns1:lnTo>
                  <ns1:pt x="16193" y="0"/>
                </ns1:lnTo>
                <ns1:cubicBezTo>
                  <ns1:pt x="6668" y="0"/>
                  <ns1:pt x="0" y="7620"/>
                  <ns1:pt x="0" y="16193"/>
                </ns1:cubicBezTo>
                <ns1:lnTo>
                  <ns1:pt x="0" y="443865"/>
                </ns1:lnTo>
                <ns1:cubicBezTo>
                  <ns1:pt x="0" y="453390"/>
                  <ns1:pt x="7620" y="460057"/>
                  <ns1:pt x="16193" y="460057"/>
                </ns1:cubicBezTo>
                <ns1:lnTo>
                  <ns1:pt x="443865" y="460057"/>
                </ns1:lnTo>
                <ns1:cubicBezTo>
                  <ns1:pt x="453390" y="460057"/>
                  <ns1:pt x="460058" y="452438"/>
                  <ns1:pt x="460058" y="443865"/>
                </ns1:cubicBezTo>
                <ns1:lnTo>
                  <ns1:pt x="460058" y="163830"/>
                </ns1:lnTo>
                <ns1:lnTo>
                  <ns1:pt x="345758" y="163830"/>
                </ns1:lnTo>
                <ns1:close/>
                <ns1:moveTo>
                  <ns1:pt x="81915" y="131445"/>
                </ns1:moveTo>
                <ns1:lnTo>
                  <ns1:pt x="246698" y="131445"/>
                </ns1:lnTo>
                <ns1:cubicBezTo>
                  <ns1:pt x="256223" y="131445"/>
                  <ns1:pt x="262890" y="139065"/>
                  <ns1:pt x="262890" y="147638"/>
                </ns1:cubicBezTo>
                <ns1:cubicBezTo>
                  <ns1:pt x="262890" y="156210"/>
                  <ns1:pt x="255270" y="163830"/>
                  <ns1:pt x="246698" y="163830"/>
                </ns1:cubicBezTo>
                <ns1:lnTo>
                  <ns1:pt x="81915" y="163830"/>
                </ns1:lnTo>
                <ns1:cubicBezTo>
                  <ns1:pt x="72390" y="163830"/>
                  <ns1:pt x="65723" y="156210"/>
                  <ns1:pt x="65723" y="147638"/>
                </ns1:cubicBezTo>
                <ns1:cubicBezTo>
                  <ns1:pt x="65723" y="139065"/>
                  <ns1:pt x="73343" y="131445"/>
                  <ns1:pt x="81915" y="131445"/>
                </ns1:cubicBezTo>
                <ns1:lnTo>
                  <ns1:pt x="81915" y="131445"/>
                </ns1:lnTo>
                <ns1:close/>
                <ns1:moveTo>
                  <ns1:pt x="197168" y="329565"/>
                </ns1:moveTo>
                <ns1:cubicBezTo>
                  <ns1:pt x="197168" y="339090"/>
                  <ns1:pt x="189548" y="345757"/>
                  <ns1:pt x="180975" y="345757"/>
                </ns1:cubicBezTo>
                <ns1:cubicBezTo>
                  <ns1:pt x="172402" y="345757"/>
                  <ns1:pt x="164783" y="338138"/>
                  <ns1:pt x="164783" y="329565"/>
                </ns1:cubicBezTo>
                <ns1:lnTo>
                  <ns1:pt x="164783" y="320040"/>
                </ns1:lnTo>
                <ns1:lnTo>
                  <ns1:pt x="94298" y="390525"/>
                </ns1:lnTo>
                <ns1:cubicBezTo>
                  <ns1:pt x="87631" y="397193"/>
                  <ns1:pt x="77152" y="397193"/>
                  <ns1:pt x="71438" y="390525"/>
                </ns1:cubicBezTo>
                <ns1:cubicBezTo>
                  <ns1:pt x="64770" y="383857"/>
                  <ns1:pt x="64770" y="373380"/>
                  <ns1:pt x="71438" y="367665"/>
                </ns1:cubicBezTo>
                <ns1:lnTo>
                  <ns1:pt x="141923" y="297180"/>
                </ns1:lnTo>
                <ns1:lnTo>
                  <ns1:pt x="132398" y="297180"/>
                </ns1:lnTo>
                <ns1:cubicBezTo>
                  <ns1:pt x="122873" y="297180"/>
                  <ns1:pt x="116206" y="289560"/>
                  <ns1:pt x="116206" y="280988"/>
                </ns1:cubicBezTo>
                <ns1:cubicBezTo>
                  <ns1:pt x="116206" y="272415"/>
                  <ns1:pt x="123825" y="264795"/>
                  <ns1:pt x="132398" y="264795"/>
                </ns1:cubicBezTo>
                <ns1:lnTo>
                  <ns1:pt x="181927" y="264795"/>
                </ns1:lnTo>
                <ns1:cubicBezTo>
                  <ns1:pt x="191452" y="264795"/>
                  <ns1:pt x="198120" y="272415"/>
                  <ns1:pt x="198120" y="280988"/>
                </ns1:cubicBezTo>
                <ns1:lnTo>
                  <ns1:pt x="198120" y="329565"/>
                </ns1:lnTo>
                <ns1:close/>
                <ns1:moveTo>
                  <ns1:pt x="379095" y="361950"/>
                </ns1:moveTo>
                <ns1:lnTo>
                  <ns1:pt x="280035" y="361950"/>
                </ns1:lnTo>
                <ns1:cubicBezTo>
                  <ns1:pt x="270510" y="361950"/>
                  <ns1:pt x="263843" y="354330"/>
                  <ns1:pt x="263843" y="345757"/>
                </ns1:cubicBezTo>
                <ns1:cubicBezTo>
                  <ns1:pt x="263843" y="337185"/>
                  <ns1:pt x="271463" y="329565"/>
                  <ns1:pt x="280035" y="329565"/>
                </ns1:cubicBezTo>
                <ns1:lnTo>
                  <ns1:pt x="379095" y="329565"/>
                </ns1:lnTo>
                <ns1:cubicBezTo>
                  <ns1:pt x="388620" y="329565"/>
                  <ns1:pt x="395288" y="337185"/>
                  <ns1:pt x="395288" y="345757"/>
                </ns1:cubicBezTo>
                <ns1:cubicBezTo>
                  <ns1:pt x="395288" y="354330"/>
                  <ns1:pt x="387668" y="361950"/>
                  <ns1:pt x="379095" y="361950"/>
                </ns1:cubicBezTo>
                <ns1:lnTo>
                  <ns1:pt x="379095" y="361950"/>
                </ns1:lnTo>
                <ns1:close/>
                <ns1:moveTo>
                  <ns1:pt x="379095" y="296227"/>
                </ns1:moveTo>
                <ns1:lnTo>
                  <ns1:pt x="280035" y="296227"/>
                </ns1:lnTo>
                <ns1:cubicBezTo>
                  <ns1:pt x="270510" y="296227"/>
                  <ns1:pt x="263843" y="288607"/>
                  <ns1:pt x="263843" y="280035"/>
                </ns1:cubicBezTo>
                <ns1:cubicBezTo>
                  <ns1:pt x="263843" y="271463"/>
                  <ns1:pt x="271463" y="263843"/>
                  <ns1:pt x="280035" y="263843"/>
                </ns1:cubicBezTo>
                <ns1:lnTo>
                  <ns1:pt x="379095" y="263843"/>
                </ns1:lnTo>
                <ns1:cubicBezTo>
                  <ns1:pt x="388620" y="263843"/>
                  <ns1:pt x="395288" y="271463"/>
                  <ns1:pt x="395288" y="280035"/>
                </ns1:cubicBezTo>
                <ns1:cubicBezTo>
                  <ns1:pt x="395288" y="288607"/>
                  <ns1:pt x="387668" y="296227"/>
                  <ns1:pt x="379095" y="296227"/>
                </ns1:cubicBezTo>
                <ns1:lnTo>
                  <ns1:pt x="379095" y="296227"/>
                </ns1:lnTo>
                <ns1:close/>
                <ns1:moveTo>
                  <ns1:pt x="379095" y="230505"/>
                </ns1:moveTo>
                <ns1:lnTo>
                  <ns1:pt x="82868" y="230505"/>
                </ns1:lnTo>
                <ns1:cubicBezTo>
                  <ns1:pt x="73343" y="230505"/>
                  <ns1:pt x="66675" y="222885"/>
                  <ns1:pt x="66675" y="214313"/>
                </ns1:cubicBezTo>
                <ns1:cubicBezTo>
                  <ns1:pt x="66675" y="205740"/>
                  <ns1:pt x="74295" y="198120"/>
                  <ns1:pt x="82868" y="198120"/>
                </ns1:cubicBezTo>
                <ns1:lnTo>
                  <ns1:pt x="379095" y="198120"/>
                </ns1:lnTo>
                <ns1:cubicBezTo>
                  <ns1:pt x="388620" y="198120"/>
                  <ns1:pt x="395288" y="205740"/>
                  <ns1:pt x="395288" y="214313"/>
                </ns1:cubicBezTo>
                <ns1:cubicBezTo>
                  <ns1:pt x="395288" y="222885"/>
                  <ns1:pt x="387668" y="230505"/>
                  <ns1:pt x="379095" y="230505"/>
                </ns1:cubicBezTo>
                <ns1:lnTo>
                  <ns1:pt x="379095" y="230505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734" name="Google Shape;734;p37">
            <ns1:extLst>
              <ns1:ext uri="{FF2B5EF4-FFF2-40B4-BE49-F238E27FC236}">
                <ns2:creationId id="{DFC6E290-D094-4D98-91C8-9DDFFFC4A4CA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403534" y="3859892"/>
            <ns1:ext cx="64313" cy="64312"/>
          </ns1:xfrm>
          <ns1:custGeom>
            <ns1:rect l="l" t="t" r="r" b="b"/>
            <ns1:pathLst>
              <ns1:path w="121920" h="121919">
                <ns1:moveTo>
                  <ns1:pt x="16193" y="121920"/>
                </ns1:moveTo>
                <ns1:lnTo>
                  <ns1:pt x="121920" y="121920"/>
                </ns1:lnTo>
                <ns1:lnTo>
                  <ns1:pt x="0" y="0"/>
                </ns1:lnTo>
                <ns1:lnTo>
                  <ns1:pt x="0" y="105727"/>
                </ns1:lnTo>
                <ns1:cubicBezTo>
                  <ns1:pt x="0" y="115252"/>
                  <ns1:pt x="6668" y="121920"/>
                  <ns1:pt x="16193" y="121920"/>
                </ns1:cubicBezTo>
                <ns1:lnTo>
                  <ns1:pt x="16193" y="12192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735" name="Google Shape;735;p37">
            <ns1:extLst>
              <ns1:ext uri="{FF2B5EF4-FFF2-40B4-BE49-F238E27FC236}">
                <ns2:creationId id="{16C8A9A2-7E0C-466C-B46E-20EDF95D0E92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175904" y="3907231"/>
            <ns1:ext cx="244187" cy="244187"/>
          </ns1:xfrm>
          <ns1:custGeom>
            <ns1:rect l="l" t="t" r="r" b="b"/>
            <ns1:pathLst>
              <ns1:path w="462914" h="462914">
                <ns1:moveTo>
                  <ns1:pt x="117158" y="395288"/>
                </ns1:moveTo>
                <ns1:cubicBezTo>
                  <ns1:pt x="89535" y="395288"/>
                  <ns1:pt x="67627" y="373380"/>
                  <ns1:pt x="67627" y="345757"/>
                </ns1:cubicBezTo>
                <ns1:lnTo>
                  <ns1:pt x="67627" y="0"/>
                </ns1:lnTo>
                <ns1:lnTo>
                  <ns1:pt x="16192" y="0"/>
                </ns1:lnTo>
                <ns1:cubicBezTo>
                  <ns1:pt x="6667" y="0"/>
                  <ns1:pt x="0" y="7620"/>
                  <ns1:pt x="0" y="16192"/>
                </ns1:cubicBezTo>
                <ns1:lnTo>
                  <ns1:pt x="0" y="446722"/>
                </ns1:lnTo>
                <ns1:cubicBezTo>
                  <ns1:pt x="0" y="456247"/>
                  <ns1:pt x="7620" y="462915"/>
                  <ns1:pt x="16192" y="462915"/>
                </ns1:cubicBezTo>
                <ns1:lnTo>
                  <ns1:pt x="446723" y="462915"/>
                </ns1:lnTo>
                <ns1:cubicBezTo>
                  <ns1:pt x="456248" y="462915"/>
                  <ns1:pt x="462915" y="455295"/>
                  <ns1:pt x="462915" y="446722"/>
                </ns1:cubicBezTo>
                <ns1:lnTo>
                  <ns1:pt x="462915" y="395288"/>
                </ns1:lnTo>
                <ns1:lnTo>
                  <ns1:pt x="117158" y="395288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737" name="Google Shape;737;p37">
            <ns1:extLst>
              <ns1:ext uri="{FF2B5EF4-FFF2-40B4-BE49-F238E27FC236}">
                <ns2:creationId id="{CF977E9F-40C9-4E0F-8C73-69100EA271E6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2943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738" name="Google Shape;738;p37">
            <ns1:extLst>
              <ns1:ext uri="{FF2B5EF4-FFF2-40B4-BE49-F238E27FC236}">
                <ns2:creationId id="{95B3F793-5FE5-4B62-8C40-A57AC50F7B04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2289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739" name="Google Shape;739;p37">
            <ns1:extLst>
              <ns1:ext uri="{FF2B5EF4-FFF2-40B4-BE49-F238E27FC236}">
                <ns2:creationId id="{3A282289-57A0-4C3F-96D1-AE435F4669D5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5147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740" name="Google Shape;740;p37">
            <ns1:extLst>
              <ns1:ext uri="{FF2B5EF4-FFF2-40B4-BE49-F238E27FC236}">
                <ns2:creationId id="{F9785F62-DDE5-4BBE-B927-40F172BE22C4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800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741" name="Google Shape;741;p37">
            <ns1:extLst>
              <ns1:ext uri="{FF2B5EF4-FFF2-40B4-BE49-F238E27FC236}">
                <ns2:creationId id="{C0238D5D-BF67-45C1-8F82-092EB883043E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086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742" name="Google Shape;742;p37">
            <ns1:extLst>
              <ns1:ext uri="{FF2B5EF4-FFF2-40B4-BE49-F238E27FC236}">
                <ns2:creationId id="{17507C15-36A3-457E-B659-152C3D3FC573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3719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743" name="Google Shape;743;p37">
            <ns1:extLst>
              <ns1:ext uri="{FF2B5EF4-FFF2-40B4-BE49-F238E27FC236}">
                <ns2:creationId id="{13B8F583-0620-4D2E-97A3-2035849B5178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6577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744" name="Google Shape;744;p37">
            <ns1:extLst>
              <ns1:ext uri="{FF2B5EF4-FFF2-40B4-BE49-F238E27FC236}">
                <ns2:creationId id="{D792AC1C-8B75-493D-AE1B-4AA2B33A4D3A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943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745" name="Google Shape;745;p37">
            <ns1:extLst>
              <ns1:ext uri="{FF2B5EF4-FFF2-40B4-BE49-F238E27FC236}">
                <ns2:creationId id="{4A273EE7-192E-426A-95CF-F418D959C54F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229225" y="4724400"/>
            <ns1:ext cx="104775" cy="104775"/>
          </ns1:xfrm>
          <ns1:prstGeom prst="ellipse">
            <ns1:avLst/>
          </ns1:prstGeom>
          <ns1:solidFill>
            <ns1:srgbClr val="E6907D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746" name="Google Shape;746;p37">
            <ns1:extLst>
              <ns1:ext uri="{FF2B5EF4-FFF2-40B4-BE49-F238E27FC236}">
                <ns2:creationId id="{37D0510C-3DC4-49A1-9CEB-F0EC2E72EE33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5149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747" name="Google Shape;747;p37">
            <ns1:extLst>
              <ns1:ext uri="{FF2B5EF4-FFF2-40B4-BE49-F238E27FC236}">
                <ns2:creationId id="{1F3EB056-50D1-476F-AF12-A0D8B3AAC571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8007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748" name="Google Shape;748;p37">
            <ns1:extLst>
              <ns1:ext uri="{FF2B5EF4-FFF2-40B4-BE49-F238E27FC236}">
                <ns2:creationId id="{B742A91A-097E-414F-BE12-CE5CCC9A05C5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086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749" name="Google Shape;749;p37">
            <ns1:extLst>
              <ns1:ext uri="{FF2B5EF4-FFF2-40B4-BE49-F238E27FC236}">
                <ns2:creationId id="{CCBB6FEC-D0FF-4AB5-94E0-AECC95E9140A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372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750" name="Google Shape;750;p37">
            <ns1:extLst>
              <ns1:ext uri="{FF2B5EF4-FFF2-40B4-BE49-F238E27FC236}">
                <ns2:creationId id="{4749B346-F14F-446C-88C4-67B6014A3903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828210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751" name="Google Shape;751;p37">
            <ns1:extLst>
              <ns1:ext uri="{FF2B5EF4-FFF2-40B4-BE49-F238E27FC236}">
                <ns2:creationId id="{3316011E-CB08-46A3-AA9B-2D7CF7151CBD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120302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752" name="Google Shape;752;p37">
            <ns1:extLst>
              <ns1:ext uri="{FF2B5EF4-FFF2-40B4-BE49-F238E27FC236}">
                <ns2:creationId id="{1E138274-25C9-43DF-8673-A93D33085210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412393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753" name="Google Shape;753;p37">
            <ns1:extLst>
              <ns1:ext uri="{FF2B5EF4-FFF2-40B4-BE49-F238E27FC236}">
                <ns2:creationId id="{1DC73B85-B3FC-49D3-B85F-4D24B12EB6FE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704485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754" name="Google Shape;754;p37">
            <ns1:extLst>
              <ns1:ext uri="{FF2B5EF4-FFF2-40B4-BE49-F238E27FC236}">
                <ns2:creationId id="{B8EB4707-06E1-4C60-BF3A-D9B1C442C7A5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996577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755" name="Google Shape;755;p37">
            <ns1:extLst>
              <ns1:ext uri="{FF2B5EF4-FFF2-40B4-BE49-F238E27FC236}">
                <ns2:creationId id="{DDBDD4CB-E65A-425C-8502-04C35DF7613A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7288669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756" name="Google Shape;756;p37">
            <ns1:extLst>
              <ns1:ext uri="{FF2B5EF4-FFF2-40B4-BE49-F238E27FC236}">
                <ns2:creationId id="{8B0558A0-83BF-414F-BC57-360B4239173C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2657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pic>
        <ns0:nvPicPr>
          <ns0:cNvPr id="757" name="Picture 756" descr="qr-survey.png"/>
          <ns0:cNvPicPr>
            <ns1:picLocks noChangeAspect="1"/>
          </ns0:cNvPicPr>
          <ns0:nvPr/>
        </ns0:nvPicPr>
        <ns0:blipFill>
          <ns1:blip ns3:embed="rId4"/>
          <ns1:stretch>
            <ns1:fillRect/>
          </ns1:stretch>
        </ns0:blipFill>
        <ns0:spPr>
          <ns1:xfrm>
            <ns1:off x="5420000" y="1620000"/>
            <ns1:ext cx="914400" cy="914400"/>
          </ns1:xfrm>
          <ns1:prstGeom prst="rect">
            <ns1:avLst/>
          </ns1:prstGeom>
        </ns0:spPr>
      </ns0:pic>
      <ns0:sp>
        <ns0:nvSpPr>
          <ns0:cNvPr id="758" name="TextBox 757"/>
          <ns0:cNvSpPr txBox="1"/>
          <ns0:nvPr/>
        </ns0:nvSpPr>
        <ns0:spPr>
          <ns1:xfrm>
            <ns1:off x="5250000" y="2700000"/>
            <ns1:ext cx="1350000" cy="260000"/>
          </ns1:xfrm>
          <ns1:prstGeom prst="rect">
            <ns1:avLst/>
          </ns1:prstGeom>
          <ns1:noFill/>
        </ns0:spPr>
        <ns0:txBody>
          <ns1:bodyPr wrap="square" anchor="t" lIns="36576" rIns="36576" tIns="36576" bIns="36576">
            <ns1:spAutoFit/>
          </ns1:bodyPr>
          <ns1:lstStyle/>
          <ns1:p>
            <ns1:pPr algn="ctr">
              <ns1:lnSpc>
                <ns1:spcPct val="115000"/>
              </ns1:lnSpc>
              <ns1:spcAft>
                <ns1:spcPts val="400"/>
              </ns1:spcAft>
            </ns1:pPr>
            <ns1:r>
              <ns1:rPr sz="900" b="0">
                <ns1:solidFill>
                  <ns1:srgbClr val="5A6678"/>
                </ns1:solidFill>
                <ns1:ea typeface="微软雅黑"/>
              </ns1:rPr>
              <ns1:t>扫码参与</ns1:t>
            </ns1:r>
          </ns1:p>
        </ns0:txBody>
      </ns0:sp>
      <ns0:sp>
        <ns0:nvSpPr>
          <ns0:cNvPr id="759" name="TextBox 758"/>
          <ns0:cNvSpPr txBox="1"/>
          <ns0:nvPr/>
        </ns0:nvSpPr>
        <ns0:spPr>
          <ns1:xfrm>
            <ns1:off x="5250000" y="2940000"/>
            <ns1:ext cx="1350000" cy="260000"/>
          </ns1:xfrm>
          <ns1:prstGeom prst="rect">
            <ns1:avLst/>
          </ns1:prstGeom>
          <ns1:noFill/>
        </ns0:spPr>
        <ns0:txBody>
          <ns1:bodyPr wrap="square" anchor="t" lIns="36576" rIns="36576" tIns="36576" bIns="36576">
            <ns1:spAutoFit/>
          </ns1:bodyPr>
          <ns1:lstStyle/>
          <ns1:p>
            <ns1:pPr algn="ctr">
              <ns1:lnSpc>
                <ns1:spcPct val="115000"/>
              </ns1:lnSpc>
              <ns1:spcAft>
                <ns1:spcPts val="400"/>
              </ns1:spcAft>
            </ns1:pPr>
            <ns1:r>
              <ns1:rPr sz="800" b="0">
                <ns1:solidFill>
                  <ns1:srgbClr val="5A6678"/>
                </ns1:solidFill>
                <ns1:ea typeface="微软雅黑"/>
              </ns1:rPr>
              <ns1:t>survey.zozovip.work/play</ns1:t>
            </ns1:r>
          </ns1:p>
        </ns0:txBody>
      </ns0:sp>
      <ns0:sp>
        <ns0:nvSpPr>
          <ns0:cNvPr id="760" name="TextBox 759"/>
          <ns0:cNvSpPr txBox="1"/>
          <ns0:nvPr/>
        </ns0:nvSpPr>
        <ns0:spPr>
          <ns1:xfrm>
            <ns1:off x="6550000" y="4880000"/>
            <ns1:ext cx="2360000" cy="200000"/>
          </ns1:xfrm>
          <ns1:prstGeom prst="rect">
            <ns1:avLst/>
          </ns1:prstGeom>
          <ns1:noFill/>
        </ns0:spPr>
        <ns0:txBody>
          <ns1:bodyPr wrap="square" anchor="t" lIns="36576" rIns="36576" tIns="36576" bIns="36576">
            <ns1:spAutoFit/>
          </ns1:bodyPr>
          <ns1:lstStyle/>
          <ns1:p>
            <ns1:pPr algn="r">
              <ns1:lnSpc>
                <ns1:spcPct val="115000"/>
              </ns1:lnSpc>
              <ns1:spcAft>
                <ns1:spcPts val="400"/>
              </ns1:spcAft>
            </ns1:pPr>
            <ns1:r>
              <ns1:rPr sz="800" b="0">
                <ns1:solidFill>
                  <ns1:srgbClr val="5A6678"/>
                </ns1:solidFill>
                <ns1:ea typeface="微软雅黑"/>
              </ns1:rPr>
              <ns1:t>Campus Agent｜AIC-2026-15513467｜12/20</ns1:t>
            </ns1:r>
          </ns1:p>
        </ns0:txBody>
      </ns0:sp>
    </ns0:spTree>
    <ns0:extLst>
      <ns0:ext uri="{BB962C8B-B14F-4D97-AF65-F5344CB8AC3E}">
        <ns4:creationId val="1126334564"/>
      </ns0:ext>
    </ns0:extLst>
  </ns0:cSld>
</ns0:sld>
</file>

<file path=ppt/slides/slide1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457" name="Google Shape;457;p31">
            <ns1:extLst>
              <ns1:ext uri="{FF2B5EF4-FFF2-40B4-BE49-F238E27FC236}">
                <ns2:creationId id="{8D069CE1-85FD-4C80-A676-5C471A5C7503}"/>
              </ns1:ext>
            </ns1:extLst>
          </ns0:cNvPr>
          <ns0:cNvSpPr>
            <ns1:spLocks noGrp="1"/>
          </ns0:cNvSpPr>
          <ns0:nvPr>
            <ns0:ph type="subTitle" idx="6"/>
          </ns0:nvPr>
        </ns0:nvSpPr>
        <ns0:spPr>
          <ns1:xfrm>
            <ns1:off x="1685925" y="3048000"/>
            <ns1:ext cx="2857500" cy="352425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00" b="1">
                <ns1:solidFill>
                  <ns1:srgbClr val="538786"/>
                </ns1:solidFill>
                <ns1:latin typeface="Microsoft YaHei"/>
                <ns1:ea typeface="微软雅黑"/>
                <ns1:cs typeface="Microsoft YaHei"/>
              </ns1:rPr>
              <ns1:t>人工修正负担</ns1:t>
            </ns1:r>
            <ns1:endParaRPr/>
          </ns1:p>
        </ns0:txBody>
      </ns0:sp>
      <ns0:sp>
        <ns0:nvSpPr>
          <ns0:cNvPr id="458" name="Google Shape;458;p31">
            <ns1:extLst>
              <ns1:ext uri="{FF2B5EF4-FFF2-40B4-BE49-F238E27FC236}">
                <ns2:creationId id="{A2ADC81F-C0B3-4E10-B502-48DF5A328FD1}"/>
              </ns1:ext>
            </ns1:extLst>
          </ns0:cNvPr>
          <ns0:cNvSpPr>
            <ns1:spLocks noGrp="1"/>
          </ns0:cNvSpPr>
          <ns0:nvPr>
            <ns0:ph type="title" idx="0"/>
          </ns0:nvPr>
        </ns0:nvSpPr>
        <ns0:spPr>
          <ns1:xfrm>
            <ns1:off x="723900" y="638175"/>
            <ns1:ext cx="7715250" cy="504825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>
                <ns1:ea typeface="微软雅黑"/>
              </ns1:rPr>
              <ns1:t>评测先定基线：手工、对话、本系统三组</ns1:t>
            </ns1:r>
            <ns1:endParaRPr/>
          </ns1:p>
        </ns0:txBody>
      </ns0:sp>
      <ns0:sp>
        <ns0:nvSpPr>
          <ns0:cNvPr id="459" name="Google Shape;459;p31">
            <ns1:extLst>
              <ns1:ext uri="{FF2B5EF4-FFF2-40B4-BE49-F238E27FC236}">
                <ns2:creationId id="{C8515B60-0439-4892-BB30-94D1BDBB445F}"/>
              </ns1:ext>
            </ns1:extLst>
          </ns0:cNvPr>
          <ns0:cNvSpPr>
            <ns1:spLocks noGrp="1"/>
          </ns0:cNvSpPr>
          <ns0:nvPr>
            <ns0:ph type="subTitle" idx="1"/>
          </ns0:nvPr>
        </ns0:nvSpPr>
        <ns0:spPr>
          <ns1:xfrm>
            <ns1:off x="1685925" y="1971675"/>
            <ns1:ext cx="2857500" cy="866775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手工整理、直接模型对话</ns1:t>
            </ns1:r>
            <ns1:endParaRPr/>
          </ns1:p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与本系统处理相同输入</ns1:t>
            </ns1:r>
            <ns1:endParaRPr/>
          </ns1:p>
        </ns0:txBody>
      </ns0:sp>
      <ns0:sp>
        <ns0:nvSpPr>
          <ns0:cNvPr id="460" name="Google Shape;460;p31">
            <ns1:extLst>
              <ns1:ext uri="{FF2B5EF4-FFF2-40B4-BE49-F238E27FC236}">
                <ns2:creationId id="{6E326963-15BE-418F-860D-7747814F2C4D}"/>
              </ns1:ext>
            </ns1:extLst>
          </ns0:cNvPr>
          <ns0:cNvSpPr>
            <ns1:spLocks noGrp="1"/>
          </ns0:cNvSpPr>
          <ns0:nvPr>
            <ns0:ph type="subTitle" idx="2"/>
          </ns0:nvPr>
        </ns0:nvSpPr>
        <ns0:spPr>
          <ns1:xfrm>
            <ns1:off x="5572125" y="1971675"/>
            <ns1:ext cx="2857500" cy="866775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精确率、召回率和时间字段</ns1:t>
            </ns1:r>
            <ns1:endParaRPr/>
          </ns1:p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单独记录误填与遗漏</ns1:t>
            </ns1:r>
            <ns1:endParaRPr/>
          </ns1:p>
        </ns0:txBody>
      </ns0:sp>
      <ns0:sp>
        <ns0:nvSpPr>
          <ns0:cNvPr id="461" name="Google Shape;461;p31">
            <ns1:extLst>
              <ns1:ext uri="{FF2B5EF4-FFF2-40B4-BE49-F238E27FC236}">
                <ns2:creationId id="{255194A5-92DE-4B70-A560-2835DB0DAE62}"/>
              </ns1:ext>
            </ns1:extLst>
          </ns0:cNvPr>
          <ns0:cNvSpPr>
            <ns1:spLocks noGrp="1"/>
          </ns0:cNvSpPr>
          <ns0:nvPr>
            <ns0:ph type="subTitle" idx="3"/>
          </ns0:nvPr>
        </ns0:nvSpPr>
        <ns0:spPr>
          <ns1:xfrm>
            <ns1:off x="1685925" y="3524250"/>
            <ns1:ext cx="2857500" cy="866775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确认耗时与字段修改次数</ns1:t>
            </ns1:r>
            <ns1:endParaRPr/>
          </ns1:p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检查节省操作是否成立</ns1:t>
            </ns1:r>
            <ns1:endParaRPr/>
          </ns1:p>
        </ns0:txBody>
      </ns0:sp>
      <ns0:sp>
        <ns0:nvSpPr>
          <ns0:cNvPr id="462" name="Google Shape;462;p31">
            <ns1:extLst>
              <ns1:ext uri="{FF2B5EF4-FFF2-40B4-BE49-F238E27FC236}">
                <ns2:creationId id="{8B87B1A6-6CD9-4509-BEBD-73D0A3598D06}"/>
              </ns1:ext>
            </ns1:extLst>
          </ns0:cNvPr>
          <ns0:cNvSpPr>
            <ns1:spLocks noGrp="1"/>
          </ns0:cNvSpPr>
          <ns0:nvPr>
            <ns0:ph type="subTitle" idx="4"/>
          </ns0:nvPr>
        </ns0:nvSpPr>
        <ns0:spPr>
          <ns1:xfrm>
            <ns1:off x="5572125" y="3524250"/>
            <ns1:ext cx="2857500" cy="866775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课程冲突、生成失败与重试</ns1:t>
            </ns1:r>
            <ns1:endParaRPr/>
          </ns1:p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500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同时记录耗时和调用费用</ns1:t>
            </ns1:r>
            <ns1:endParaRPr/>
          </ns1:p>
        </ns0:txBody>
      </ns0:sp>
      <ns0:sp>
        <ns0:nvSpPr>
          <ns0:cNvPr id="463" name="Google Shape;463;p31">
            <ns1:extLst>
              <ns1:ext uri="{FF2B5EF4-FFF2-40B4-BE49-F238E27FC236}">
                <ns2:creationId id="{0A9AD9CF-EAE9-42FC-9B6B-56BCBD2794EF}"/>
              </ns1:ext>
            </ns1:extLst>
          </ns0:cNvPr>
          <ns0:cNvSpPr>
            <ns1:spLocks noGrp="1"/>
          </ns0:cNvSpPr>
          <ns0:nvPr>
            <ns0:ph type="subTitle" idx="5"/>
          </ns0:nvPr>
        </ns0:nvSpPr>
        <ns0:spPr>
          <ns1:xfrm>
            <ns1:off x="1685925" y="1495425"/>
            <ns1:ext cx="2857500" cy="352425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00" b="1">
                <ns1:solidFill>
                  <ns1:srgbClr val="538786"/>
                </ns1:solidFill>
                <ns1:latin typeface="Microsoft YaHei"/>
                <ns1:ea typeface="微软雅黑"/>
                <ns1:cs typeface="Microsoft YaHei"/>
              </ns1:rPr>
              <ns1:t>同一批材料</ns1:t>
            </ns1:r>
            <ns1:endParaRPr/>
          </ns1:p>
        </ns0:txBody>
      </ns0:sp>
      <ns0:sp>
        <ns0:nvSpPr>
          <ns0:cNvPr id="464" name="Google Shape;464;p31">
            <ns1:extLst>
              <ns1:ext uri="{FF2B5EF4-FFF2-40B4-BE49-F238E27FC236}">
                <ns2:creationId id="{8850B948-0546-4935-8351-197E52E5EC24}"/>
              </ns1:ext>
            </ns1:extLst>
          </ns0:cNvPr>
          <ns0:cNvSpPr>
            <ns1:spLocks noGrp="1"/>
          </ns0:cNvSpPr>
          <ns0:nvPr>
            <ns0:ph type="subTitle" idx="7"/>
          </ns0:nvPr>
        </ns0:nvSpPr>
        <ns0:spPr>
          <ns1:xfrm>
            <ns1:off x="5572125" y="1495425"/>
            <ns1:ext cx="2857500" cy="352425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00" b="1">
                <ns1:solidFill>
                  <ns1:srgbClr val="538786"/>
                </ns1:solidFill>
                <ns1:latin typeface="Microsoft YaHei"/>
                <ns1:ea typeface="微软雅黑"/>
                <ns1:cs typeface="Microsoft YaHei"/>
              </ns1:rPr>
              <ns1:t>任务抽取质量</ns1:t>
            </ns1:r>
            <ns1:endParaRPr/>
          </ns1:p>
        </ns0:txBody>
      </ns0:sp>
      <ns0:sp>
        <ns0:nvSpPr>
          <ns0:cNvPr id="465" name="Google Shape;465;p31">
            <ns1:extLst>
              <ns1:ext uri="{FF2B5EF4-FFF2-40B4-BE49-F238E27FC236}">
                <ns2:creationId id="{BA034BC5-CFEF-4FA9-93D4-F71F4D01DA12}"/>
              </ns1:ext>
            </ns1:extLst>
          </ns0:cNvPr>
          <ns0:cNvSpPr>
            <ns1:spLocks noGrp="1"/>
          </ns0:cNvSpPr>
          <ns0:nvPr>
            <ns0:ph type="subTitle" idx="8"/>
          </ns0:nvPr>
        </ns0:nvSpPr>
        <ns0:spPr>
          <ns1:xfrm>
            <ns1:off x="5572125" y="3048000"/>
            <ns1:ext cx="2857500" cy="352425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180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00" b="1">
                <ns1:solidFill>
                  <ns1:srgbClr val="538786"/>
                </ns1:solidFill>
                <ns1:latin typeface="Microsoft YaHei"/>
                <ns1:ea typeface="微软雅黑"/>
                <ns1:cs typeface="Microsoft YaHei"/>
              </ns1:rPr>
              <ns1:t>计划与使用成本</ns1:t>
            </ns1:r>
            <ns1:endParaRPr/>
          </ns1:p>
        </ns0:txBody>
      </ns0:sp>
      <ns0:sp>
        <ns0:nvSpPr>
          <ns0:cNvPr id="467" name="Google Shape;467;p31">
            <ns1:extLst>
              <ns1:ext uri="{FF2B5EF4-FFF2-40B4-BE49-F238E27FC236}">
                <ns2:creationId id="{744DA92E-9775-4B4D-864A-C6F037A97E3B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090849" y="1672133"/>
            <ns1:ext cx="52254" cy="69211"/>
          </ns1:xfrm>
          <ns1:custGeom>
            <ns1:rect l="l" t="t" r="r" b="b"/>
            <ns1:pathLst>
              <ns1:path w="99060" h="131206">
                <ns1:moveTo>
                  <ns1:pt x="49531" y="131207"/>
                </ns1:moveTo>
                <ns1:cubicBezTo>
                  <ns1:pt x="21908" y="131207"/>
                  <ns1:pt x="0" y="109299"/>
                  <ns1:pt x="0" y="81677"/>
                </ns1:cubicBezTo>
                <ns1:cubicBezTo>
                  <ns1:pt x="0" y="60722"/>
                  <ns1:pt x="24766" y="21669"/>
                  <ns1:pt x="36195" y="6429"/>
                </ns1:cubicBezTo>
                <ns1:cubicBezTo>
                  <ns1:pt x="41910" y="-2143"/>
                  <ns1:pt x="57150" y="-2143"/>
                  <ns1:pt x="62866" y="6429"/>
                </ns1:cubicBezTo>
                <ns1:cubicBezTo>
                  <ns1:pt x="73343" y="21669"/>
                  <ns1:pt x="99060" y="60722"/>
                  <ns1:pt x="99060" y="81677"/>
                </ns1:cubicBezTo>
                <ns1:cubicBezTo>
                  <ns1:pt x="99060" y="109299"/>
                  <ns1:pt x="76200" y="131207"/>
                  <ns1:pt x="49531" y="131207"/>
                </ns1:cubicBezTo>
                <ns1:lnTo>
                  <ns1:pt x="49531" y="131207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68" name="Google Shape;468;p31">
            <ns1:extLst>
              <ns1:ext uri="{FF2B5EF4-FFF2-40B4-BE49-F238E27FC236}">
                <ns2:creationId id="{4043FE46-4429-47B9-B20B-2F8C0BD93A25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043510" y="1602509"/>
            <ns1:ext cx="64814" cy="63810"/>
          </ns1:xfrm>
          <ns1:custGeom>
            <ns1:rect l="l" t="t" r="r" b="b"/>
            <ns1:pathLst>
              <ns1:path w="122871" h="120967">
                <ns1:moveTo>
                  <ns1:pt x="122872" y="0"/>
                </ns1:moveTo>
                <ns1:cubicBezTo>
                  <ns1:pt x="76200" y="3810"/>
                  <ns1:pt x="33338" y="21907"/>
                  <ns1:pt x="0" y="50482"/>
                </ns1:cubicBezTo>
                <ns1:lnTo>
                  <ns1:pt x="70484" y="120968"/>
                </ns1:lnTo>
                <ns1:cubicBezTo>
                  <ns1:pt x="85725" y="109538"/>
                  <ns1:pt x="102869" y="101918"/>
                  <ns1:pt x="122872" y="99060"/>
                </ns1:cubicBezTo>
                <ns1:lnTo>
                  <ns1:pt x="122872" y="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69" name="Google Shape;469;p31">
            <ns1:extLst>
              <ns1:ext uri="{FF2B5EF4-FFF2-40B4-BE49-F238E27FC236}">
                <ns2:creationId id="{646F4A22-E49D-4FE1-B548-A92E480B2947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125598" y="1602509"/>
            <ns1:ext cx="64815" cy="64312"/>
          </ns1:xfrm>
          <ns1:custGeom>
            <ns1:rect l="l" t="t" r="r" b="b"/>
            <ns1:pathLst>
              <ns1:path w="122872" h="121919">
                <ns1:moveTo>
                  <ns1:pt x="0" y="0"/>
                </ns1:moveTo>
                <ns1:lnTo>
                  <ns1:pt x="0" y="100013"/>
                </ns1:lnTo>
                <ns1:cubicBezTo>
                  <ns1:pt x="19050" y="102870"/>
                  <ns1:pt x="37148" y="110490"/>
                  <ns1:pt x="52388" y="121920"/>
                </ns1:cubicBezTo>
                <ns1:lnTo>
                  <ns1:pt x="122873" y="51435"/>
                </ns1:lnTo>
                <ns1:cubicBezTo>
                  <ns1:pt x="89535" y="22860"/>
                  <ns1:pt x="46673" y="3810"/>
                  <ns1:pt x="0" y="0"/>
                </ns1:cubicBezTo>
                <ns1:lnTo>
                  <ns1:pt x="0" y="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70" name="Google Shape;470;p31">
            <ns1:extLst>
              <ns1:ext uri="{FF2B5EF4-FFF2-40B4-BE49-F238E27FC236}">
                <ns2:creationId id="{818862A1-BB7D-4933-85B4-4041AE0068BC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165383" y="1641790"/>
            <ns1:ext cx="63876" cy="81898"/>
          </ns1:xfrm>
          <ns1:custGeom>
            <ns1:rect l="l" t="t" r="r" b="b"/>
            <ns1:pathLst>
              <ns1:path w="121092" h="155257">
                <ns1:moveTo>
                  <ns1:pt x="70485" y="0"/>
                </ns1:moveTo>
                <ns1:lnTo>
                  <ns1:pt x="0" y="70485"/>
                </ns1:lnTo>
                <ns1:cubicBezTo>
                  <ns1:pt x="14288" y="89535"/>
                  <ns1:pt x="22860" y="113348"/>
                  <ns1:pt x="22860" y="139065"/>
                </ns1:cubicBezTo>
                <ns1:cubicBezTo>
                  <ns1:pt x="22860" y="148590"/>
                  <ns1:pt x="30480" y="155258"/>
                  <ns1:pt x="39052" y="155258"/>
                </ns1:cubicBezTo>
                <ns1:lnTo>
                  <ns1:pt x="104775" y="155258"/>
                </ns1:lnTo>
                <ns1:cubicBezTo>
                  <ns1:pt x="114300" y="155258"/>
                  <ns1:pt x="120967" y="147638"/>
                  <ns1:pt x="120967" y="139065"/>
                </ns1:cubicBezTo>
                <ns1:cubicBezTo>
                  <ns1:pt x="122873" y="86677"/>
                  <ns1:pt x="102870" y="38100"/>
                  <ns1:pt x="70485" y="0"/>
                </ns1:cubicBezTo>
                <ns1:lnTo>
                  <ns1:pt x="70485" y="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71" name="Google Shape;471;p31">
            <ns1:extLst>
              <ns1:ext uri="{FF2B5EF4-FFF2-40B4-BE49-F238E27FC236}">
                <ns2:creationId id="{614E88B1-F424-4B3B-8817-976AE2F0693E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003725" y="1641790"/>
            <ns1:ext cx="63810" cy="81898"/>
          </ns1:xfrm>
          <ns1:custGeom>
            <ns1:rect l="l" t="t" r="r" b="b"/>
            <ns1:pathLst>
              <ns1:path w="120967" h="155257">
                <ns1:moveTo>
                  <ns1:pt x="51435" y="0"/>
                </ns1:moveTo>
                <ns1:cubicBezTo>
                  <ns1:pt x="19050" y="37148"/>
                  <ns1:pt x="0" y="85725"/>
                  <ns1:pt x="0" y="139065"/>
                </ns1:cubicBezTo>
                <ns1:cubicBezTo>
                  <ns1:pt x="0" y="148590"/>
                  <ns1:pt x="7619" y="155258"/>
                  <ns1:pt x="16192" y="155258"/>
                </ns1:cubicBezTo>
                <ns1:lnTo>
                  <ns1:pt x="81915" y="155258"/>
                </ns1:lnTo>
                <ns1:cubicBezTo>
                  <ns1:pt x="91440" y="155258"/>
                  <ns1:pt x="98107" y="147638"/>
                  <ns1:pt x="98107" y="139065"/>
                </ns1:cubicBezTo>
                <ns1:cubicBezTo>
                  <ns1:pt x="98107" y="113348"/>
                  <ns1:pt x="106680" y="89535"/>
                  <ns1:pt x="120967" y="70485"/>
                </ns1:cubicBezTo>
                <ns1:lnTo>
                  <ns1:pt x="51435" y="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72" name="Google Shape;472;p31">
            <ns1:extLst>
              <ns1:ext uri="{FF2B5EF4-FFF2-40B4-BE49-F238E27FC236}">
                <ns2:creationId id="{8C0CF55D-4F41-495B-8C11-5EA25C910F22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968977" y="1463011"/>
            <ns1:ext cx="296442" cy="225597"/>
          </ns1:xfrm>
          <ns1:custGeom>
            <ns1:rect l="l" t="t" r="r" b="b"/>
            <ns1:pathLst>
              <ns1:path w="561975" h="427672">
                <ns1:moveTo>
                  <ns1:pt x="545783" y="0"/>
                </ns1:moveTo>
                <ns1:lnTo>
                  <ns1:pt x="336233" y="0"/>
                </ns1:lnTo>
                <ns1:lnTo>
                  <ns1:pt x="296227" y="120015"/>
                </ns1:lnTo>
                <ns1:cubicBezTo>
                  <ns1:pt x="294323" y="126683"/>
                  <ns1:pt x="287655" y="131445"/>
                  <ns1:pt x="280988" y="131445"/>
                </ns1:cubicBezTo>
                <ns1:lnTo>
                  <ns1:pt x="0" y="131445"/>
                </ns1:lnTo>
                <ns1:lnTo>
                  <ns1:pt x="0" y="411480"/>
                </ns1:lnTo>
                <ns1:cubicBezTo>
                  <ns1:pt x="0" y="421005"/>
                  <ns1:pt x="7620" y="427673"/>
                  <ns1:pt x="16192" y="427673"/>
                </ns1:cubicBezTo>
                <ns1:lnTo>
                  <ns1:pt x="38100" y="427673"/>
                </ns1:lnTo>
                <ns1:cubicBezTo>
                  <ns1:pt x="60960" y="315278"/>
                  <ns1:pt x="160973" y="230505"/>
                  <ns1:pt x="280035" y="230505"/>
                </ns1:cubicBezTo>
                <ns1:cubicBezTo>
                  <ns1:pt x="399098" y="230505"/>
                  <ns1:pt x="499110" y="315278"/>
                  <ns1:pt x="521970" y="427673"/>
                </ns1:cubicBezTo>
                <ns1:lnTo>
                  <ns1:pt x="545783" y="427673"/>
                </ns1:lnTo>
                <ns1:cubicBezTo>
                  <ns1:pt x="555308" y="427673"/>
                  <ns1:pt x="561975" y="420053"/>
                  <ns1:pt x="561975" y="411480"/>
                </ns1:cubicBezTo>
                <ns1:lnTo>
                  <ns1:pt x="561975" y="16193"/>
                </ns1:lnTo>
                <ns1:cubicBezTo>
                  <ns1:pt x="561975" y="7620"/>
                  <ns1:pt x="554355" y="0"/>
                  <ns1:pt x="545783" y="0"/>
                </ns1:cubicBezTo>
                <ns1:lnTo>
                  <ns1:pt x="545783" y="0"/>
                </ns1:lnTo>
                <ns1:close/>
                <ns1:moveTo>
                  <ns1:pt x="444817" y="197168"/>
                </ns1:moveTo>
                <ns1:lnTo>
                  <ns1:pt x="115252" y="197168"/>
                </ns1:lnTo>
                <ns1:cubicBezTo>
                  <ns1:pt x="105727" y="197168"/>
                  <ns1:pt x="99060" y="189548"/>
                  <ns1:pt x="99060" y="180975"/>
                </ns1:cubicBezTo>
                <ns1:cubicBezTo>
                  <ns1:pt x="99060" y="172403"/>
                  <ns1:pt x="106680" y="164783"/>
                  <ns1:pt x="115252" y="164783"/>
                </ns1:cubicBezTo>
                <ns1:lnTo>
                  <ns1:pt x="444817" y="164783"/>
                </ns1:lnTo>
                <ns1:cubicBezTo>
                  <ns1:pt x="454342" y="164783"/>
                  <ns1:pt x="461010" y="172403"/>
                  <ns1:pt x="461010" y="180975"/>
                </ns1:cubicBezTo>
                <ns1:cubicBezTo>
                  <ns1:pt x="461010" y="189548"/>
                  <ns1:pt x="453390" y="197168"/>
                  <ns1:pt x="444817" y="197168"/>
                </ns1:cubicBezTo>
                <ns1:lnTo>
                  <ns1:pt x="444817" y="197168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73" name="Google Shape;473;p31">
            <ns1:extLst>
              <ns1:ext uri="{FF2B5EF4-FFF2-40B4-BE49-F238E27FC236}">
                <ns2:creationId id="{52E78566-4091-4C2D-BB58-134D0429EF54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968977" y="1463011"/>
            <ns1:ext cx="158772" cy="52254"/>
          </ns1:xfrm>
          <ns1:custGeom>
            <ns1:rect l="l" t="t" r="r" b="b"/>
            <ns1:pathLst>
              <ns1:path w="300989" h="99059">
                <ns1:moveTo>
                  <ns1:pt x="267652" y="99060"/>
                </ns1:moveTo>
                <ns1:lnTo>
                  <ns1:pt x="300990" y="0"/>
                </ns1:lnTo>
                <ns1:lnTo>
                  <ns1:pt x="16192" y="0"/>
                </ns1:lnTo>
                <ns1:cubicBezTo>
                  <ns1:pt x="6667" y="0"/>
                  <ns1:pt x="0" y="7620"/>
                  <ns1:pt x="0" y="16193"/>
                </ns1:cubicBezTo>
                <ns1:lnTo>
                  <ns1:pt x="0" y="98108"/>
                </ns1:lnTo>
                <ns1:lnTo>
                  <ns1:pt x="267652" y="98108"/>
                </ns1:lnTo>
                <ns1:close/>
                <ns1:moveTo>
                  <ns1:pt x="214313" y="33338"/>
                </ns1:moveTo>
                <ns1:cubicBezTo>
                  <ns1:pt x="223838" y="33338"/>
                  <ns1:pt x="230505" y="40958"/>
                  <ns1:pt x="230505" y="49530"/>
                </ns1:cubicBezTo>
                <ns1:cubicBezTo>
                  <ns1:pt x="230505" y="58103"/>
                  <ns1:pt x="222885" y="65723"/>
                  <ns1:pt x="214313" y="65723"/>
                </ns1:cubicBezTo>
                <ns1:cubicBezTo>
                  <ns1:pt x="205740" y="65723"/>
                  <ns1:pt x="198120" y="58103"/>
                  <ns1:pt x="198120" y="49530"/>
                </ns1:cubicBezTo>
                <ns1:cubicBezTo>
                  <ns1:pt x="198120" y="40958"/>
                  <ns1:pt x="204788" y="33338"/>
                  <ns1:pt x="214313" y="33338"/>
                </ns1:cubicBezTo>
                <ns1:lnTo>
                  <ns1:pt x="214313" y="33338"/>
                </ns1:lnTo>
                <ns1:close/>
                <ns1:moveTo>
                  <ns1:pt x="148590" y="33338"/>
                </ns1:moveTo>
                <ns1:cubicBezTo>
                  <ns1:pt x="158115" y="33338"/>
                  <ns1:pt x="164783" y="40958"/>
                  <ns1:pt x="164783" y="49530"/>
                </ns1:cubicBezTo>
                <ns1:cubicBezTo>
                  <ns1:pt x="164783" y="58103"/>
                  <ns1:pt x="157163" y="65723"/>
                  <ns1:pt x="148590" y="65723"/>
                </ns1:cubicBezTo>
                <ns1:cubicBezTo>
                  <ns1:pt x="140017" y="65723"/>
                  <ns1:pt x="132398" y="58103"/>
                  <ns1:pt x="132398" y="49530"/>
                </ns1:cubicBezTo>
                <ns1:cubicBezTo>
                  <ns1:pt x="132398" y="40958"/>
                  <ns1:pt x="139065" y="33338"/>
                  <ns1:pt x="148590" y="33338"/>
                </ns1:cubicBezTo>
                <ns1:lnTo>
                  <ns1:pt x="148590" y="33338"/>
                </ns1:lnTo>
                <ns1:close/>
                <ns1:moveTo>
                  <ns1:pt x="81915" y="33338"/>
                </ns1:moveTo>
                <ns1:cubicBezTo>
                  <ns1:pt x="91440" y="33338"/>
                  <ns1:pt x="98108" y="40958"/>
                  <ns1:pt x="98108" y="49530"/>
                </ns1:cubicBezTo>
                <ns1:cubicBezTo>
                  <ns1:pt x="98108" y="58103"/>
                  <ns1:pt x="90488" y="65723"/>
                  <ns1:pt x="81915" y="65723"/>
                </ns1:cubicBezTo>
                <ns1:cubicBezTo>
                  <ns1:pt x="73342" y="65723"/>
                  <ns1:pt x="65723" y="58103"/>
                  <ns1:pt x="65723" y="49530"/>
                </ns1:cubicBezTo>
                <ns1:cubicBezTo>
                  <ns1:pt x="65723" y="40958"/>
                  <ns1:pt x="73342" y="33338"/>
                  <ns1:pt x="81915" y="33338"/>
                </ns1:cubicBezTo>
                <ns1:lnTo>
                  <ns1:pt x="81915" y="33338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76" name="Google Shape;476;p31">
            <ns1:extLst>
              <ns1:ext uri="{FF2B5EF4-FFF2-40B4-BE49-F238E27FC236}">
                <ns2:creationId id="{1F693D8C-E583-4D14-856D-E7B10B0E5A30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1164060" y="1583549"/>
            <ns1:ext cx="117209" cy="111865"/>
          </ns1:xfrm>
          <ns1:custGeom>
            <ns1:rect l="l" t="t" r="r" b="b"/>
            <ns1:pathLst>
              <ns1:path w="221694" h="211586">
                <ns1:moveTo>
                  <ns1:pt x="159987" y="209550"/>
                </ns1:moveTo>
                <ns1:lnTo>
                  <ns1:pt x="109505" y="182880"/>
                </ns1:lnTo>
                <ns1:lnTo>
                  <ns1:pt x="59022" y="209550"/>
                </ns1:lnTo>
                <ns1:cubicBezTo>
                  <ns1:pt x="53307" y="212408"/>
                  <ns1:pt x="46640" y="212408"/>
                  <ns1:pt x="41877" y="208598"/>
                </ns1:cubicBezTo>
                <ns1:cubicBezTo>
                  <ns1:pt x="37115" y="204787"/>
                  <ns1:pt x="34257" y="199073"/>
                  <ns1:pt x="35210" y="192405"/>
                </ns1:cubicBezTo>
                <ns1:lnTo>
                  <ns1:pt x="44735" y="136208"/>
                </ns1:lnTo>
                <ns1:lnTo>
                  <ns1:pt x="4730" y="96202"/>
                </ns1:lnTo>
                <ns1:cubicBezTo>
                  <ns1:pt x="-33" y="91440"/>
                  <ns1:pt x="-985" y="85725"/>
                  <ns1:pt x="920" y="79058"/>
                </ns1:cubicBezTo>
                <ns1:cubicBezTo>
                  <ns1:pt x="2825" y="73342"/>
                  <ns1:pt x="7587" y="68580"/>
                  <ns1:pt x="14255" y="67627"/>
                </ns1:cubicBezTo>
                <ns1:lnTo>
                  <ns1:pt x="70452" y="59055"/>
                </ns1:lnTo>
                <ns1:lnTo>
                  <ns1:pt x="96170" y="8573"/>
                </ns1:lnTo>
                <ns1:cubicBezTo>
                  <ns1:pt x="101885" y="-2858"/>
                  <ns1:pt x="119982" y="-2858"/>
                  <ns1:pt x="125697" y="8573"/>
                </ns1:cubicBezTo>
                <ns1:lnTo>
                  <ns1:pt x="151415" y="59055"/>
                </ns1:lnTo>
                <ns1:lnTo>
                  <ns1:pt x="207612" y="67627"/>
                </ns1:lnTo>
                <ns1:cubicBezTo>
                  <ns1:pt x="213327" y="68580"/>
                  <ns1:pt x="219042" y="72390"/>
                  <ns1:pt x="220947" y="79058"/>
                </ns1:cubicBezTo>
                <ns1:cubicBezTo>
                  <ns1:pt x="222852" y="84773"/>
                  <ns1:pt x="220947" y="91440"/>
                  <ns1:pt x="217137" y="96202"/>
                </ns1:cubicBezTo>
                <ns1:lnTo>
                  <ns1:pt x="177132" y="136208"/>
                </ns1:lnTo>
                <ns1:lnTo>
                  <ns1:pt x="186657" y="192405"/>
                </ns1:lnTo>
                <ns1:cubicBezTo>
                  <ns1:pt x="187610" y="198120"/>
                  <ns1:pt x="184752" y="204787"/>
                  <ns1:pt x="179990" y="208598"/>
                </ns1:cubicBezTo>
                <ns1:cubicBezTo>
                  <ns1:pt x="172370" y="211455"/>
                  <ns1:pt x="165702" y="212408"/>
                  <ns1:pt x="159987" y="209550"/>
                </ns1:cubicBezTo>
                <ns1:lnTo>
                  <ns1:pt x="159987" y="20955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77" name="Google Shape;477;p31">
            <ns1:extLst>
              <ns1:ext uri="{FF2B5EF4-FFF2-40B4-BE49-F238E27FC236}">
                <ns2:creationId id="{6619B431-9482-4D99-AB04-765ED1E45148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1093054" y="1670669"/>
            <ns1:ext cx="82965" cy="79974"/>
          </ns1:xfrm>
          <ns1:custGeom>
            <ns1:rect l="l" t="t" r="r" b="b"/>
            <ns1:pathLst>
              <ns1:path w="156924" h="151267">
                <ns1:moveTo>
                  <ns1:pt x="110457" y="149542"/>
                </ns1:moveTo>
                <ns1:lnTo>
                  <ns1:pt x="79025" y="133350"/>
                </ns1:lnTo>
                <ns1:lnTo>
                  <ns1:pt x="47592" y="149542"/>
                </ns1:lnTo>
                <ns1:cubicBezTo>
                  <ns1:pt x="41877" y="152400"/>
                  <ns1:pt x="35210" y="151448"/>
                  <ns1:pt x="30447" y="148590"/>
                </ns1:cubicBezTo>
                <ns1:cubicBezTo>
                  <ns1:pt x="25685" y="144780"/>
                  <ns1:pt x="22827" y="139065"/>
                  <ns1:pt x="23780" y="132398"/>
                </ns1:cubicBezTo>
                <ns1:lnTo>
                  <ns1:pt x="29495" y="98108"/>
                </ns1:lnTo>
                <ns1:lnTo>
                  <ns1:pt x="4730" y="73342"/>
                </ns1:lnTo>
                <ns1:cubicBezTo>
                  <ns1:pt x="-33" y="68580"/>
                  <ns1:pt x="-985" y="62865"/>
                  <ns1:pt x="920" y="56198"/>
                </ns1:cubicBezTo>
                <ns1:cubicBezTo>
                  <ns1:pt x="2825" y="50483"/>
                  <ns1:pt x="7587" y="45720"/>
                  <ns1:pt x="14255" y="44767"/>
                </ns1:cubicBezTo>
                <ns1:lnTo>
                  <ns1:pt x="48545" y="40005"/>
                </ns1:lnTo>
                <ns1:lnTo>
                  <ns1:pt x="63785" y="8573"/>
                </ns1:lnTo>
                <ns1:cubicBezTo>
                  <ns1:pt x="69500" y="-2858"/>
                  <ns1:pt x="87597" y="-2858"/>
                  <ns1:pt x="93312" y="8573"/>
                </ns1:cubicBezTo>
                <ns1:lnTo>
                  <ns1:pt x="108552" y="40005"/>
                </ns1:lnTo>
                <ns1:lnTo>
                  <ns1:pt x="142842" y="44767"/>
                </ns1:lnTo>
                <ns1:cubicBezTo>
                  <ns1:pt x="148557" y="45720"/>
                  <ns1:pt x="154272" y="50483"/>
                  <ns1:pt x="156177" y="56198"/>
                </ns1:cubicBezTo>
                <ns1:cubicBezTo>
                  <ns1:pt x="158082" y="61913"/>
                  <ns1:pt x="156177" y="68580"/>
                  <ns1:pt x="152367" y="73342"/>
                </ns1:cubicBezTo>
                <ns1:lnTo>
                  <ns1:pt x="127602" y="98108"/>
                </ns1:lnTo>
                <ns1:lnTo>
                  <ns1:pt x="133317" y="132398"/>
                </ns1:lnTo>
                <ns1:cubicBezTo>
                  <ns1:pt x="134270" y="138113"/>
                  <ns1:pt x="131412" y="144780"/>
                  <ns1:pt x="126650" y="148590"/>
                </ns1:cubicBezTo>
                <ns1:cubicBezTo>
                  <ns1:pt x="122840" y="151448"/>
                  <ns1:pt x="116172" y="152400"/>
                  <ns1:pt x="110457" y="149542"/>
                </ns1:cubicBezTo>
                <ns1:lnTo>
                  <ns1:pt x="110457" y="149542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78" name="Google Shape;478;p31">
            <ns1:extLst>
              <ns1:ext uri="{FF2B5EF4-FFF2-40B4-BE49-F238E27FC236}">
                <ns2:creationId id="{54DC695A-2A34-446D-B359-DEB0D6A3C53F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1266792" y="1670669"/>
            <ns1:ext cx="82965" cy="79974"/>
          </ns1:xfrm>
          <ns1:custGeom>
            <ns1:rect l="l" t="t" r="r" b="b"/>
            <ns1:pathLst>
              <ns1:path w="156924" h="151267">
                <ns1:moveTo>
                  <ns1:pt x="110457" y="149542"/>
                </ns1:moveTo>
                <ns1:lnTo>
                  <ns1:pt x="79025" y="133350"/>
                </ns1:lnTo>
                <ns1:lnTo>
                  <ns1:pt x="47592" y="149542"/>
                </ns1:lnTo>
                <ns1:cubicBezTo>
                  <ns1:pt x="41877" y="152400"/>
                  <ns1:pt x="35210" y="151448"/>
                  <ns1:pt x="30447" y="148590"/>
                </ns1:cubicBezTo>
                <ns1:cubicBezTo>
                  <ns1:pt x="25685" y="144780"/>
                  <ns1:pt x="22827" y="139065"/>
                  <ns1:pt x="23780" y="132398"/>
                </ns1:cubicBezTo>
                <ns1:lnTo>
                  <ns1:pt x="29495" y="98108"/>
                </ns1:lnTo>
                <ns1:lnTo>
                  <ns1:pt x="4730" y="73342"/>
                </ns1:lnTo>
                <ns1:cubicBezTo>
                  <ns1:pt x="-33" y="68580"/>
                  <ns1:pt x="-985" y="62865"/>
                  <ns1:pt x="920" y="56198"/>
                </ns1:cubicBezTo>
                <ns1:cubicBezTo>
                  <ns1:pt x="2825" y="50483"/>
                  <ns1:pt x="7587" y="45720"/>
                  <ns1:pt x="14255" y="44767"/>
                </ns1:cubicBezTo>
                <ns1:lnTo>
                  <ns1:pt x="48545" y="40005"/>
                </ns1:lnTo>
                <ns1:lnTo>
                  <ns1:pt x="63785" y="8573"/>
                </ns1:lnTo>
                <ns1:cubicBezTo>
                  <ns1:pt x="69500" y="-2858"/>
                  <ns1:pt x="87597" y="-2858"/>
                  <ns1:pt x="93312" y="8573"/>
                </ns1:cubicBezTo>
                <ns1:lnTo>
                  <ns1:pt x="108552" y="40005"/>
                </ns1:lnTo>
                <ns1:lnTo>
                  <ns1:pt x="142842" y="44767"/>
                </ns1:lnTo>
                <ns1:cubicBezTo>
                  <ns1:pt x="148557" y="45720"/>
                  <ns1:pt x="154272" y="50483"/>
                  <ns1:pt x="156177" y="56198"/>
                </ns1:cubicBezTo>
                <ns1:cubicBezTo>
                  <ns1:pt x="158082" y="61913"/>
                  <ns1:pt x="156177" y="68580"/>
                  <ns1:pt x="152367" y="73342"/>
                </ns1:cubicBezTo>
                <ns1:lnTo>
                  <ns1:pt x="127602" y="98108"/>
                </ns1:lnTo>
                <ns1:lnTo>
                  <ns1:pt x="133317" y="132398"/>
                </ns1:lnTo>
                <ns1:cubicBezTo>
                  <ns1:pt x="134270" y="138113"/>
                  <ns1:pt x="131412" y="144780"/>
                  <ns1:pt x="126650" y="148590"/>
                </ns1:cubicBezTo>
                <ns1:cubicBezTo>
                  <ns1:pt x="122840" y="151448"/>
                  <ns1:pt x="116172" y="152400"/>
                  <ns1:pt x="110457" y="149542"/>
                </ns1:cubicBezTo>
                <ns1:lnTo>
                  <ns1:pt x="110457" y="149542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79" name="Google Shape;479;p31">
            <ns1:extLst>
              <ns1:ext uri="{FF2B5EF4-FFF2-40B4-BE49-F238E27FC236}">
                <ns2:creationId id="{D40097EB-5F45-4A70-BEA8-D167E76F4F85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1073901" y="1453709"/>
            <ns1:ext cx="158772" cy="52254"/>
          </ns1:xfrm>
          <ns1:custGeom>
            <ns1:rect l="l" t="t" r="r" b="b"/>
            <ns1:pathLst>
              <ns1:path w="300990" h="99059">
                <ns1:moveTo>
                  <ns1:pt x="267653" y="99060"/>
                </ns1:moveTo>
                <ns1:lnTo>
                  <ns1:pt x="300990" y="0"/>
                </ns1:lnTo>
                <ns1:lnTo>
                  <ns1:pt x="16193" y="0"/>
                </ns1:lnTo>
                <ns1:cubicBezTo>
                  <ns1:pt x="6668" y="0"/>
                  <ns1:pt x="0" y="7620"/>
                  <ns1:pt x="0" y="16193"/>
                </ns1:cubicBezTo>
                <ns1:lnTo>
                  <ns1:pt x="0" y="98107"/>
                </ns1:lnTo>
                <ns1:lnTo>
                  <ns1:pt x="267653" y="98107"/>
                </ns1:lnTo>
                <ns1:close/>
                <ns1:moveTo>
                  <ns1:pt x="214313" y="33338"/>
                </ns1:moveTo>
                <ns1:cubicBezTo>
                  <ns1:pt x="223838" y="33338"/>
                  <ns1:pt x="230505" y="40957"/>
                  <ns1:pt x="230505" y="49530"/>
                </ns1:cubicBezTo>
                <ns1:cubicBezTo>
                  <ns1:pt x="230505" y="59055"/>
                  <ns1:pt x="222885" y="65722"/>
                  <ns1:pt x="214313" y="65722"/>
                </ns1:cubicBezTo>
                <ns1:cubicBezTo>
                  <ns1:pt x="205740" y="65722"/>
                  <ns1:pt x="198120" y="58103"/>
                  <ns1:pt x="198120" y="49530"/>
                </ns1:cubicBezTo>
                <ns1:cubicBezTo>
                  <ns1:pt x="197168" y="40005"/>
                  <ns1:pt x="204788" y="33338"/>
                  <ns1:pt x="214313" y="33338"/>
                </ns1:cubicBezTo>
                <ns1:lnTo>
                  <ns1:pt x="214313" y="33338"/>
                </ns1:lnTo>
                <ns1:close/>
                <ns1:moveTo>
                  <ns1:pt x="148590" y="33338"/>
                </ns1:moveTo>
                <ns1:cubicBezTo>
                  <ns1:pt x="158115" y="33338"/>
                  <ns1:pt x="164783" y="40957"/>
                  <ns1:pt x="164783" y="49530"/>
                </ns1:cubicBezTo>
                <ns1:cubicBezTo>
                  <ns1:pt x="164783" y="59055"/>
                  <ns1:pt x="157163" y="65722"/>
                  <ns1:pt x="148590" y="65722"/>
                </ns1:cubicBezTo>
                <ns1:cubicBezTo>
                  <ns1:pt x="140018" y="65722"/>
                  <ns1:pt x="132398" y="58103"/>
                  <ns1:pt x="132398" y="49530"/>
                </ns1:cubicBezTo>
                <ns1:cubicBezTo>
                  <ns1:pt x="131445" y="40005"/>
                  <ns1:pt x="139065" y="33338"/>
                  <ns1:pt x="148590" y="33338"/>
                </ns1:cubicBezTo>
                <ns1:lnTo>
                  <ns1:pt x="148590" y="33338"/>
                </ns1:lnTo>
                <ns1:close/>
                <ns1:moveTo>
                  <ns1:pt x="81915" y="33338"/>
                </ns1:moveTo>
                <ns1:cubicBezTo>
                  <ns1:pt x="91440" y="33338"/>
                  <ns1:pt x="98108" y="40957"/>
                  <ns1:pt x="98108" y="49530"/>
                </ns1:cubicBezTo>
                <ns1:cubicBezTo>
                  <ns1:pt x="98108" y="59055"/>
                  <ns1:pt x="90488" y="65722"/>
                  <ns1:pt x="81915" y="65722"/>
                </ns1:cubicBezTo>
                <ns1:cubicBezTo>
                  <ns1:pt x="72390" y="65722"/>
                  <ns1:pt x="65723" y="58103"/>
                  <ns1:pt x="65723" y="49530"/>
                </ns1:cubicBezTo>
                <ns1:cubicBezTo>
                  <ns1:pt x="65723" y="40005"/>
                  <ns1:pt x="73343" y="33338"/>
                  <ns1:pt x="81915" y="33338"/>
                </ns1:cubicBezTo>
                <ns1:lnTo>
                  <ns1:pt x="81915" y="33338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80" name="Google Shape;480;p31">
            <ns1:extLst>
              <ns1:ext uri="{FF2B5EF4-FFF2-40B4-BE49-F238E27FC236}">
                <ns2:creationId id="{E620FB35-926F-455B-B65C-89993024A1A7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1073901" y="1453709"/>
            <ns1:ext cx="296442" cy="189421"/>
          </ns1:xfrm>
          <ns1:custGeom>
            <ns1:rect l="l" t="t" r="r" b="b"/>
            <ns1:pathLst>
              <ns1:path w="561975" h="359092">
                <ns1:moveTo>
                  <ns1:pt x="545783" y="0"/>
                </ns1:moveTo>
                <ns1:lnTo>
                  <ns1:pt x="336233" y="0"/>
                </ns1:lnTo>
                <ns1:lnTo>
                  <ns1:pt x="295275" y="120015"/>
                </ns1:lnTo>
                <ns1:cubicBezTo>
                  <ns1:pt x="293370" y="126682"/>
                  <ns1:pt x="286703" y="131445"/>
                  <ns1:pt x="280035" y="131445"/>
                </ns1:cubicBezTo>
                <ns1:lnTo>
                  <ns1:pt x="0" y="131445"/>
                </ns1:lnTo>
                <ns1:lnTo>
                  <ns1:pt x="0" y="342900"/>
                </ns1:lnTo>
                <ns1:cubicBezTo>
                  <ns1:pt x="0" y="352425"/>
                  <ns1:pt x="7620" y="359093"/>
                  <ns1:pt x="16193" y="359093"/>
                </ns1:cubicBezTo>
                <ns1:lnTo>
                  <ns1:pt x="147638" y="359093"/>
                </ns1:lnTo>
                <ns1:cubicBezTo>
                  <ns1:pt x="137160" y="345757"/>
                  <ns1:pt x="133350" y="329565"/>
                  <ns1:pt x="139065" y="313372"/>
                </ns1:cubicBezTo>
                <ns1:cubicBezTo>
                  <ns1:pt x="144780" y="295275"/>
                  <ns1:pt x="160020" y="282893"/>
                  <ns1:pt x="179070" y="280035"/>
                </ns1:cubicBezTo>
                <ns1:lnTo>
                  <ns1:pt x="218123" y="274320"/>
                </ns1:lnTo>
                <ns1:lnTo>
                  <ns1:pt x="236220" y="239078"/>
                </ns1:lnTo>
                <ns1:cubicBezTo>
                  <ns1:pt x="244793" y="222885"/>
                  <ns1:pt x="260985" y="212407"/>
                  <ns1:pt x="280035" y="212407"/>
                </ns1:cubicBezTo>
                <ns1:cubicBezTo>
                  <ns1:pt x="299085" y="212407"/>
                  <ns1:pt x="316230" y="222885"/>
                  <ns1:pt x="323850" y="239078"/>
                </ns1:cubicBezTo>
                <ns1:lnTo>
                  <ns1:pt x="341948" y="274320"/>
                </ns1:lnTo>
                <ns1:lnTo>
                  <ns1:pt x="381000" y="280035"/>
                </ns1:lnTo>
                <ns1:cubicBezTo>
                  <ns1:pt x="400050" y="282893"/>
                  <ns1:pt x="415290" y="295275"/>
                  <ns1:pt x="421005" y="313372"/>
                </ns1:cubicBezTo>
                <ns1:cubicBezTo>
                  <ns1:pt x="426720" y="329565"/>
                  <ns1:pt x="422910" y="346710"/>
                  <ns1:pt x="412433" y="359093"/>
                </ns1:cubicBezTo>
                <ns1:lnTo>
                  <ns1:pt x="545783" y="359093"/>
                </ns1:lnTo>
                <ns1:cubicBezTo>
                  <ns1:pt x="555308" y="359093"/>
                  <ns1:pt x="561975" y="351472"/>
                  <ns1:pt x="561975" y="342900"/>
                </ns1:cubicBezTo>
                <ns1:lnTo>
                  <ns1:pt x="561975" y="16193"/>
                </ns1:lnTo>
                <ns1:cubicBezTo>
                  <ns1:pt x="561975" y="7620"/>
                  <ns1:pt x="554355" y="0"/>
                  <ns1:pt x="545783" y="0"/>
                </ns1:cubicBezTo>
                <ns1:lnTo>
                  <ns1:pt x="545783" y="0"/>
                </ns1:lnTo>
                <ns1:close/>
                <ns1:moveTo>
                  <ns1:pt x="444818" y="195263"/>
                </ns1:moveTo>
                <ns1:lnTo>
                  <ns1:pt x="115253" y="195263"/>
                </ns1:lnTo>
                <ns1:cubicBezTo>
                  <ns1:pt x="105728" y="195263"/>
                  <ns1:pt x="99060" y="187643"/>
                  <ns1:pt x="99060" y="179070"/>
                </ns1:cubicBezTo>
                <ns1:cubicBezTo>
                  <ns1:pt x="99060" y="169545"/>
                  <ns1:pt x="106680" y="162878"/>
                  <ns1:pt x="115253" y="162878"/>
                </ns1:cubicBezTo>
                <ns1:lnTo>
                  <ns1:pt x="444818" y="162878"/>
                </ns1:lnTo>
                <ns1:cubicBezTo>
                  <ns1:pt x="454343" y="162878"/>
                  <ns1:pt x="461010" y="170497"/>
                  <ns1:pt x="461010" y="179070"/>
                </ns1:cubicBezTo>
                <ns1:cubicBezTo>
                  <ns1:pt x="461010" y="187643"/>
                  <ns1:pt x="453390" y="195263"/>
                  <ns1:pt x="444818" y="195263"/>
                </ns1:cubicBezTo>
                <ns1:lnTo>
                  <ns1:pt x="444818" y="195263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82" name="Google Shape;482;p31">
            <ns1:extLst>
              <ns1:ext uri="{FF2B5EF4-FFF2-40B4-BE49-F238E27FC236}">
                <ns2:creationId id="{B9E79903-DAC7-425F-93CE-39A7B88DA9AC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091379" y="3121303"/>
            <ns1:ext cx="17083" cy="47732"/>
          </ns1:xfrm>
          <ns1:custGeom>
            <ns1:rect l="l" t="t" r="r" b="b"/>
            <ns1:pathLst>
              <ns1:path w="32385" h="90487">
                <ns1:moveTo>
                  <ns1:pt x="32385" y="90488"/>
                </ns1:moveTo>
                <ns1:lnTo>
                  <ns1:pt x="32385" y="0"/>
                </ns1:lnTo>
                <ns1:lnTo>
                  <ns1:pt x="0" y="0"/>
                </ns1:lnTo>
                <ns1:cubicBezTo>
                  <ns1:pt x="3810" y="42863"/>
                  <ns1:pt x="17145" y="76200"/>
                  <ns1:pt x="32385" y="90488"/>
                </ns1:cubicBezTo>
                <ns1:lnTo>
                  <ns1:pt x="32385" y="90488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83" name="Google Shape;483;p31">
            <ns1:extLst>
              <ns1:ext uri="{FF2B5EF4-FFF2-40B4-BE49-F238E27FC236}">
                <ns2:creationId id="{1873B7B0-9364-4D32-9CDA-061681339426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126128" y="3121303"/>
            <ns1:ext cx="17083" cy="47732"/>
          </ns1:xfrm>
          <ns1:custGeom>
            <ns1:rect l="l" t="t" r="r" b="b"/>
            <ns1:pathLst>
              <ns1:path w="32385" h="90487">
                <ns1:moveTo>
                  <ns1:pt x="0" y="0"/>
                </ns1:moveTo>
                <ns1:lnTo>
                  <ns1:pt x="0" y="90488"/>
                </ns1:lnTo>
                <ns1:cubicBezTo>
                  <ns1:pt x="15240" y="76200"/>
                  <ns1:pt x="29527" y="41910"/>
                  <ns1:pt x="32385" y="0"/>
                </ns1:cubicBezTo>
                <ns1:lnTo>
                  <ns1:pt x="0" y="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84" name="Google Shape;484;p31">
            <ns1:extLst>
              <ns1:ext uri="{FF2B5EF4-FFF2-40B4-BE49-F238E27FC236}">
                <ns2:creationId id="{0AE470D0-3C88-4085-B651-0925BB50A176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126128" y="3055834"/>
            <ns1:ext cx="17083" cy="47732"/>
          </ns1:xfrm>
          <ns1:custGeom>
            <ns1:rect l="l" t="t" r="r" b="b"/>
            <ns1:pathLst>
              <ns1:path w="32385" h="90487">
                <ns1:moveTo>
                  <ns1:pt x="0" y="0"/>
                </ns1:moveTo>
                <ns1:lnTo>
                  <ns1:pt x="0" y="90488"/>
                </ns1:lnTo>
                <ns1:lnTo>
                  <ns1:pt x="32385" y="90488"/>
                </ns1:lnTo>
                <ns1:cubicBezTo>
                  <ns1:pt x="29527" y="48577"/>
                  <ns1:pt x="15240" y="14288"/>
                  <ns1:pt x="0" y="0"/>
                </ns1:cubicBezTo>
                <ns1:lnTo>
                  <ns1:pt x="0" y="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85" name="Google Shape;485;p31">
            <ns1:extLst>
              <ns1:ext uri="{FF2B5EF4-FFF2-40B4-BE49-F238E27FC236}">
                <ns2:creationId id="{DC0C2FD5-E964-493A-AAE0-65FE6319715A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091379" y="3055834"/>
            <ns1:ext cx="17083" cy="47732"/>
          </ns1:xfrm>
          <ns1:custGeom>
            <ns1:rect l="l" t="t" r="r" b="b"/>
            <ns1:pathLst>
              <ns1:path w="32385" h="90487">
                <ns1:moveTo>
                  <ns1:pt x="32385" y="90488"/>
                </ns1:moveTo>
                <ns1:lnTo>
                  <ns1:pt x="32385" y="0"/>
                </ns1:lnTo>
                <ns1:cubicBezTo>
                  <ns1:pt x="17145" y="14288"/>
                  <ns1:pt x="2858" y="48577"/>
                  <ns1:pt x="0" y="90488"/>
                </ns1:cubicBezTo>
                <ns1:lnTo>
                  <ns1:pt x="32385" y="90488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86" name="Google Shape;486;p31">
            <ns1:extLst>
              <ns1:ext uri="{FF2B5EF4-FFF2-40B4-BE49-F238E27FC236}">
                <ns2:creationId id="{118910DE-6A83-4A8C-91B0-2026487101DD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150804" y="3061374"/>
            <ns1:ext cx="26629" cy="42205"/>
          </ns1:xfrm>
          <ns1:custGeom>
            <ns1:rect l="l" t="t" r="r" b="b"/>
            <ns1:pathLst>
              <ns1:path w="50481" h="80010">
                <ns1:moveTo>
                  <ns1:pt x="18098" y="80010"/>
                </ns1:moveTo>
                <ns1:lnTo>
                  <ns1:pt x="50482" y="80010"/>
                </ns1:lnTo>
                <ns1:cubicBezTo>
                  <ns1:pt x="45719" y="46673"/>
                  <ns1:pt x="26669" y="18098"/>
                  <ns1:pt x="0" y="0"/>
                </ns1:cubicBezTo>
                <ns1:cubicBezTo>
                  <ns1:pt x="10477" y="21907"/>
                  <ns1:pt x="16192" y="49530"/>
                  <ns1:pt x="18098" y="80010"/>
                </ns1:cubicBezTo>
                <ns1:lnTo>
                  <ns1:pt x="18098" y="8001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87" name="Google Shape;487;p31">
            <ns1:extLst>
              <ns1:ext uri="{FF2B5EF4-FFF2-40B4-BE49-F238E27FC236}">
                <ns2:creationId id="{DC0482B4-792D-4566-814D-07D9C26E5870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004255" y="2999431"/>
            <ns1:ext cx="226100" cy="226100"/>
          </ns1:xfrm>
          <ns1:custGeom>
            <ns1:rect l="l" t="t" r="r" b="b"/>
            <ns1:pathLst>
              <ns1:path w="428625" h="428625">
                <ns1:moveTo>
                  <ns1:pt x="214313" y="0"/>
                </ns1:moveTo>
                <ns1:cubicBezTo>
                  <ns1:pt x="96202" y="0"/>
                  <ns1:pt x="0" y="96202"/>
                  <ns1:pt x="0" y="214313"/>
                </ns1:cubicBezTo>
                <ns1:cubicBezTo>
                  <ns1:pt x="0" y="334327"/>
                  <ns1:pt x="97155" y="428625"/>
                  <ns1:pt x="214313" y="428625"/>
                </ns1:cubicBezTo>
                <ns1:cubicBezTo>
                  <ns1:pt x="330517" y="428625"/>
                  <ns1:pt x="428625" y="334327"/>
                  <ns1:pt x="428625" y="214313"/>
                </ns1:cubicBezTo>
                <ns1:cubicBezTo>
                  <ns1:pt x="427672" y="96202"/>
                  <ns1:pt x="332422" y="0"/>
                  <ns1:pt x="214313" y="0"/>
                </ns1:cubicBezTo>
                <ns1:lnTo>
                  <ns1:pt x="214313" y="0"/>
                </ns1:lnTo>
                <ns1:close/>
                <ns1:moveTo>
                  <ns1:pt x="214313" y="361950"/>
                </ns1:moveTo>
                <ns1:cubicBezTo>
                  <ns1:pt x="132397" y="361950"/>
                  <ns1:pt x="65722" y="295275"/>
                  <ns1:pt x="65722" y="213360"/>
                </ns1:cubicBezTo>
                <ns1:cubicBezTo>
                  <ns1:pt x="65722" y="131445"/>
                  <ns1:pt x="132397" y="64770"/>
                  <ns1:pt x="214313" y="64770"/>
                </ns1:cubicBezTo>
                <ns1:cubicBezTo>
                  <ns1:pt x="296227" y="64770"/>
                  <ns1:pt x="362902" y="131445"/>
                  <ns1:pt x="362902" y="213360"/>
                </ns1:cubicBezTo>
                <ns1:cubicBezTo>
                  <ns1:pt x="361950" y="295275"/>
                  <ns1:pt x="296227" y="361950"/>
                  <ns1:pt x="214313" y="361950"/>
                </ns1:cubicBezTo>
                <ns1:lnTo>
                  <ns1:pt x="214313" y="36195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88" name="Google Shape;488;p31">
            <ns1:extLst>
              <ns1:ext uri="{FF2B5EF4-FFF2-40B4-BE49-F238E27FC236}">
                <ns2:creationId id="{07D2CB0C-B5D4-4348-927E-A2DEF5DF707E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150804" y="3121303"/>
            <ns1:ext cx="26629" cy="42205"/>
          </ns1:xfrm>
          <ns1:custGeom>
            <ns1:rect l="l" t="t" r="r" b="b"/>
            <ns1:pathLst>
              <ns1:path w="50481" h="80009">
                <ns1:moveTo>
                  <ns1:pt x="18098" y="0"/>
                </ns1:moveTo>
                <ns1:cubicBezTo>
                  <ns1:pt x="16192" y="30480"/>
                  <ns1:pt x="9525" y="58102"/>
                  <ns1:pt x="0" y="80010"/>
                </ns1:cubicBezTo>
                <ns1:cubicBezTo>
                  <ns1:pt x="26669" y="61913"/>
                  <ns1:pt x="45719" y="33338"/>
                  <ns1:pt x="50482" y="0"/>
                </ns1:cubicBezTo>
                <ns1:lnTo>
                  <ns1:pt x="18098" y="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89" name="Google Shape;489;p31">
            <ns1:extLst>
              <ns1:ext uri="{FF2B5EF4-FFF2-40B4-BE49-F238E27FC236}">
                <ns2:creationId id="{9C3B7A5D-49BB-4FDD-B8A6-01C04E35D3E1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057134" y="3061374"/>
            <ns1:ext cx="26629" cy="42205"/>
          </ns1:xfrm>
          <ns1:custGeom>
            <ns1:rect l="l" t="t" r="r" b="b"/>
            <ns1:pathLst>
              <ns1:path w="50481" h="80010">
                <ns1:moveTo>
                  <ns1:pt x="32384" y="80010"/>
                </ns1:moveTo>
                <ns1:cubicBezTo>
                  <ns1:pt x="34290" y="49530"/>
                  <ns1:pt x="40957" y="21907"/>
                  <ns1:pt x="50482" y="0"/>
                </ns1:cubicBezTo>
                <ns1:cubicBezTo>
                  <ns1:pt x="23813" y="18098"/>
                  <ns1:pt x="4763" y="46673"/>
                  <ns1:pt x="0" y="80010"/>
                </ns1:cubicBezTo>
                <ns1:lnTo>
                  <ns1:pt x="32384" y="8001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91" name="Google Shape;491;p31">
            <ns1:extLst>
              <ns1:ext uri="{FF2B5EF4-FFF2-40B4-BE49-F238E27FC236}">
                <ns2:creationId id="{A15172A7-ECF6-4F7D-89A6-7FEAFD2AE845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056912" y="3121189"/>
            <ns1:ext cx="26689" cy="42300"/>
          </ns1:xfrm>
          <ns1:custGeom>
            <ns1:rect l="l" t="t" r="r" b="b"/>
            <ns1:pathLst>
              <ns1:path w="50481" h="80009">
                <ns1:moveTo>
                  <ns1:pt x="32384" y="0"/>
                </ns1:moveTo>
                <ns1:lnTo>
                  <ns1:pt x="0" y="0"/>
                </ns1:lnTo>
                <ns1:cubicBezTo>
                  <ns1:pt x="4763" y="33338"/>
                  <ns1:pt x="23813" y="61913"/>
                  <ns1:pt x="50482" y="80010"/>
                </ns1:cubicBezTo>
                <ns1:cubicBezTo>
                  <ns1:pt x="40957" y="58102"/>
                  <ns1:pt x="34290" y="30480"/>
                  <ns1:pt x="32384" y="0"/>
                </ns1:cubicBezTo>
                <ns1:lnTo>
                  <ns1:pt x="32384" y="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92" name="Google Shape;492;p31">
            <ns1:extLst>
              <ns1:ext uri="{FF2B5EF4-FFF2-40B4-BE49-F238E27FC236}">
                <ns2:creationId id="{A3FCD38F-43CC-4C6D-A228-A660152C3C94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985420" y="3208310"/>
            <ns1:ext cx="122354" cy="88223"/>
          </ns1:xfrm>
          <ns1:custGeom>
            <ns1:rect l="l" t="t" r="r" b="b"/>
            <ns1:pathLst>
              <ns1:path w="231425" h="166869">
                <ns1:moveTo>
                  <ns1:pt x="77120" y="0"/>
                </ns1:moveTo>
                <ns1:lnTo>
                  <ns1:pt x="4730" y="72390"/>
                </ns1:lnTo>
                <ns1:cubicBezTo>
                  <ns1:pt x="-33" y="77152"/>
                  <ns1:pt x="-985" y="83820"/>
                  <ns1:pt x="920" y="90488"/>
                </ns1:cubicBezTo>
                <ns1:cubicBezTo>
                  <ns1:pt x="3778" y="96202"/>
                  <ns1:pt x="9492" y="100965"/>
                  <ns1:pt x="16161" y="100965"/>
                </ns1:cubicBezTo>
                <ns1:lnTo>
                  <ns1:pt x="104742" y="100965"/>
                </ns1:lnTo>
                <ns1:lnTo>
                  <ns1:pt x="133317" y="158115"/>
                </ns1:lnTo>
                <ns1:cubicBezTo>
                  <ns1:pt x="136175" y="162877"/>
                  <ns1:pt x="140938" y="166688"/>
                  <ns1:pt x="146653" y="166688"/>
                </ns1:cubicBezTo>
                <ns1:cubicBezTo>
                  <ns1:pt x="152367" y="167640"/>
                  <ns1:pt x="158082" y="164782"/>
                  <ns1:pt x="160940" y="160020"/>
                </ns1:cubicBezTo>
                <ns1:lnTo>
                  <ns1:pt x="231425" y="66675"/>
                </ns1:lnTo>
                <ns1:cubicBezTo>
                  <ns1:pt x="175228" y="62865"/>
                  <ns1:pt x="122840" y="42863"/>
                  <ns1:pt x="77120" y="0"/>
                </ns1:cubicBezTo>
                <ns1:lnTo>
                  <ns1:pt x="77120" y="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93" name="Google Shape;493;p31">
            <ns1:extLst>
              <ns1:ext uri="{FF2B5EF4-FFF2-40B4-BE49-F238E27FC236}">
                <ns2:creationId id="{D3CA1413-58F0-4C6E-ABDA-B108359C355F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126407" y="3208310"/>
            <ns1:ext cx="122577" cy="88127"/>
          </ns1:xfrm>
          <ns1:custGeom>
            <ns1:rect l="l" t="t" r="r" b="b"/>
            <ns1:pathLst>
              <ns1:path w="231847" h="166687">
                <ns1:moveTo>
                  <ns1:pt x="154306" y="0"/>
                </ns1:moveTo>
                <ns1:cubicBezTo>
                  <ns1:pt x="110490" y="40957"/>
                  <ns1:pt x="59056" y="62865"/>
                  <ns1:pt x="0" y="66675"/>
                </ns1:cubicBezTo>
                <ns1:lnTo>
                  <ns1:pt x="70485" y="160020"/>
                </ns1:lnTo>
                <ns1:cubicBezTo>
                  <ns1:pt x="74295" y="164782"/>
                  <ns1:pt x="80010" y="166688"/>
                  <ns1:pt x="84773" y="166688"/>
                </ns1:cubicBezTo>
                <ns1:cubicBezTo>
                  <ns1:pt x="90488" y="165735"/>
                  <ns1:pt x="95250" y="162877"/>
                  <ns1:pt x="98108" y="158115"/>
                </ns1:cubicBezTo>
                <ns1:lnTo>
                  <ns1:pt x="126683" y="100965"/>
                </ns1:lnTo>
                <ns1:lnTo>
                  <ns1:pt x="215265" y="100965"/>
                </ns1:lnTo>
                <ns1:cubicBezTo>
                  <ns1:pt x="221933" y="100965"/>
                  <ns1:pt x="227648" y="97155"/>
                  <ns1:pt x="230506" y="90488"/>
                </ns1:cubicBezTo>
                <ns1:cubicBezTo>
                  <ns1:pt x="233363" y="84773"/>
                  <ns1:pt x="231458" y="77152"/>
                  <ns1:pt x="226695" y="72390"/>
                </ns1:cubicBezTo>
                <ns1:lnTo>
                  <ns1:pt x="154306" y="0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95" name="Google Shape;495;p31">
            <ns1:extLst>
              <ns1:ext uri="{FF2B5EF4-FFF2-40B4-BE49-F238E27FC236}">
                <ns2:creationId id="{E3804EC5-B4FC-40F3-A5FA-69A6B72BE1F7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1143832" y="2999618"/>
            <ns1:ext cx="226602" cy="191934"/>
          </ns1:xfrm>
          <ns1:custGeom>
            <ns1:rect l="l" t="t" r="r" b="b"/>
            <ns1:pathLst>
              <ns1:path w="429577" h="363855">
                <ns1:moveTo>
                  <ns1:pt x="345758" y="98107"/>
                </ns1:moveTo>
                <ns1:cubicBezTo>
                  <ns1:pt x="345758" y="72390"/>
                  <ns1:pt x="356235" y="46673"/>
                  <ns1:pt x="375285" y="28575"/>
                </ns1:cubicBezTo>
                <ns1:cubicBezTo>
                  <ns1:pt x="379095" y="24765"/>
                  <ns1:pt x="381000" y="19050"/>
                  <ns1:pt x="380048" y="14288"/>
                </ns1:cubicBezTo>
                <ns1:cubicBezTo>
                  <ns1:pt x="379095" y="8573"/>
                  <ns1:pt x="376238" y="4763"/>
                  <ns1:pt x="371475" y="1905"/>
                </ns1:cubicBezTo>
                <ns1:cubicBezTo>
                  <ns1:pt x="369570" y="952"/>
                  <ns1:pt x="364808" y="0"/>
                  <ns1:pt x="362903" y="0"/>
                </ns1:cubicBezTo>
                <ns1:cubicBezTo>
                  <ns1:pt x="315278" y="0"/>
                  <ns1:pt x="271463" y="27623"/>
                  <ns1:pt x="247650" y="68580"/>
                </ns1:cubicBezTo>
                <ns1:cubicBezTo>
                  <ns1:pt x="237173" y="67627"/>
                  <ns1:pt x="225743" y="66675"/>
                  <ns1:pt x="214313" y="66675"/>
                </ns1:cubicBezTo>
                <ns1:cubicBezTo>
                  <ns1:pt x="96203" y="66675"/>
                  <ns1:pt x="0" y="133350"/>
                  <ns1:pt x="0" y="215265"/>
                </ns1:cubicBezTo>
                <ns1:cubicBezTo>
                  <ns1:pt x="0" y="279082"/>
                  <ns1:pt x="71438" y="363855"/>
                  <ns1:pt x="214313" y="363855"/>
                </ns1:cubicBezTo>
                <ns1:cubicBezTo>
                  <ns1:pt x="320040" y="363855"/>
                  <ns1:pt x="429578" y="306705"/>
                  <ns1:pt x="429578" y="215265"/>
                </ns1:cubicBezTo>
                <ns1:cubicBezTo>
                  <ns1:pt x="429578" y="168593"/>
                  <ns1:pt x="398145" y="125730"/>
                  <ns1:pt x="345758" y="98107"/>
                </ns1:cubicBezTo>
                <ns1:lnTo>
                  <ns1:pt x="345758" y="98107"/>
                </ns1:lnTo>
                <ns1:close/>
                <ns1:moveTo>
                  <ns1:pt x="164783" y="231457"/>
                </ns1:moveTo>
                <ns1:cubicBezTo>
                  <ns1:pt x="164783" y="240982"/>
                  <ns1:pt x="157163" y="247650"/>
                  <ns1:pt x="148590" y="247650"/>
                </ns1:cubicBezTo>
                <ns1:cubicBezTo>
                  <ns1:pt x="140018" y="247650"/>
                  <ns1:pt x="132398" y="240030"/>
                  <ns1:pt x="132398" y="231457"/>
                </ns1:cubicBezTo>
                <ns1:lnTo>
                  <ns1:pt x="132398" y="198120"/>
                </ns1:lnTo>
                <ns1:cubicBezTo>
                  <ns1:pt x="132398" y="188595"/>
                  <ns1:pt x="140018" y="181927"/>
                  <ns1:pt x="148590" y="181927"/>
                </ns1:cubicBezTo>
                <ns1:cubicBezTo>
                  <ns1:pt x="157163" y="181927"/>
                  <ns1:pt x="164783" y="189548"/>
                  <ns1:pt x="164783" y="198120"/>
                </ns1:cubicBezTo>
                <ns1:lnTo>
                  <ns1:pt x="164783" y="231457"/>
                </ns1:lnTo>
                <ns1:close/>
                <ns1:moveTo>
                  <ns1:pt x="230505" y="231457"/>
                </ns1:moveTo>
                <ns1:cubicBezTo>
                  <ns1:pt x="230505" y="240982"/>
                  <ns1:pt x="222885" y="247650"/>
                  <ns1:pt x="214313" y="247650"/>
                </ns1:cubicBezTo>
                <ns1:cubicBezTo>
                  <ns1:pt x="205740" y="247650"/>
                  <ns1:pt x="198120" y="240030"/>
                  <ns1:pt x="198120" y="231457"/>
                </ns1:cubicBezTo>
                <ns1:lnTo>
                  <ns1:pt x="198120" y="198120"/>
                </ns1:lnTo>
                <ns1:cubicBezTo>
                  <ns1:pt x="198120" y="188595"/>
                  <ns1:pt x="205740" y="181927"/>
                  <ns1:pt x="214313" y="181927"/>
                </ns1:cubicBezTo>
                <ns1:cubicBezTo>
                  <ns1:pt x="222885" y="181927"/>
                  <ns1:pt x="230505" y="189548"/>
                  <ns1:pt x="230505" y="198120"/>
                </ns1:cubicBezTo>
                <ns1:lnTo>
                  <ns1:pt x="230505" y="231457"/>
                </ns1:lnTo>
                <ns1:close/>
                <ns1:moveTo>
                  <ns1:pt x="297180" y="231457"/>
                </ns1:moveTo>
                <ns1:cubicBezTo>
                  <ns1:pt x="297180" y="240982"/>
                  <ns1:pt x="289560" y="247650"/>
                  <ns1:pt x="280988" y="247650"/>
                </ns1:cubicBezTo>
                <ns1:cubicBezTo>
                  <ns1:pt x="272415" y="247650"/>
                  <ns1:pt x="264795" y="240030"/>
                  <ns1:pt x="264795" y="231457"/>
                </ns1:cubicBezTo>
                <ns1:lnTo>
                  <ns1:pt x="264795" y="198120"/>
                </ns1:lnTo>
                <ns1:cubicBezTo>
                  <ns1:pt x="264795" y="188595"/>
                  <ns1:pt x="272415" y="181927"/>
                  <ns1:pt x="280988" y="181927"/>
                </ns1:cubicBezTo>
                <ns1:cubicBezTo>
                  <ns1:pt x="289560" y="181927"/>
                  <ns1:pt x="297180" y="189548"/>
                  <ns1:pt x="297180" y="198120"/>
                </ns1:cubicBezTo>
                <ns1:lnTo>
                  <ns1:pt x="297180" y="231457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96" name="Google Shape;496;p31">
            <ns1:extLst>
              <ns1:ext uri="{FF2B5EF4-FFF2-40B4-BE49-F238E27FC236}">
                <ns2:creationId id="{0EB0ECBB-AEE4-4977-9271-3581933FCE18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1073831" y="3116957"/>
            <ns1:ext cx="222582" cy="179372"/>
          </ns1:xfrm>
          <ns1:custGeom>
            <ns1:rect l="l" t="t" r="r" b="b"/>
            <ns1:pathLst>
              <ns1:path w="421957" h="340042">
                <ns1:moveTo>
                  <ns1:pt x="346710" y="174307"/>
                </ns1:moveTo>
                <ns1:cubicBezTo>
                  <ns1:pt x="229553" y="174307"/>
                  <ns1:pt x="105728" y="108585"/>
                  <ns1:pt x="100013" y="0"/>
                </ns1:cubicBezTo>
                <ns1:cubicBezTo>
                  <ns1:pt x="39053" y="26670"/>
                  <ns1:pt x="0" y="73343"/>
                  <ns1:pt x="0" y="124778"/>
                </ns1:cubicBezTo>
                <ns1:cubicBezTo>
                  <ns1:pt x="0" y="170498"/>
                  <ns1:pt x="31433" y="214313"/>
                  <ns1:pt x="83820" y="241935"/>
                </ns1:cubicBezTo>
                <ns1:cubicBezTo>
                  <ns1:pt x="83820" y="267653"/>
                  <ns1:pt x="73342" y="293370"/>
                  <ns1:pt x="54292" y="311468"/>
                </ns1:cubicBezTo>
                <ns1:cubicBezTo>
                  <ns1:pt x="43815" y="321945"/>
                  <ns1:pt x="50483" y="340043"/>
                  <ns1:pt x="67628" y="340043"/>
                </ns1:cubicBezTo>
                <ns1:cubicBezTo>
                  <ns1:pt x="115253" y="340043"/>
                  <ns1:pt x="159067" y="312420"/>
                  <ns1:pt x="182880" y="271463"/>
                </ns1:cubicBezTo>
                <ns1:cubicBezTo>
                  <ns1:pt x="193358" y="272415"/>
                  <ns1:pt x="204788" y="273368"/>
                  <ns1:pt x="216217" y="273368"/>
                </ns1:cubicBezTo>
                <ns1:cubicBezTo>
                  <ns1:pt x="313372" y="273368"/>
                  <ns1:pt x="396240" y="227648"/>
                  <ns1:pt x="421958" y="165735"/>
                </ns1:cubicBezTo>
                <ns1:cubicBezTo>
                  <ns1:pt x="397192" y="171450"/>
                  <ns1:pt x="372428" y="174307"/>
                  <ns1:pt x="346710" y="174307"/>
                </ns1:cubicBezTo>
                <ns1:lnTo>
                  <ns1:pt x="346710" y="174307"/>
                </ns1:lnTo>
                <ns1:close/>
              </ns1:path>
            </ns1:pathLst>
          </ns1:custGeom>
          <ns1:solidFill>
            <ns1:schemeClr val="accent4"/>
          </ns1:solidFill>
          <ns1:ln>
            <ns1:noFill/>
          </ns1:ln>
        </ns0:spPr>
        <ns0:txBody>
          <ns1:bodyPr spcFirstLastPara="1" wrap="square" lIns="91425" tIns="45700" rIns="91425" bIns="45700" anchor="ctr">
            <ns1:noAutofit/>
          </ns1:bodyPr>
          <ns1:lstStyle/>
          <ns1:p>
            <ns1:pPr marL="0" marR="0" lvl="0" indent="0" algn="l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 sz="1800">
              <ns1:solidFill>
                <ns1:srgbClr val="000000"/>
              </ns1:solidFill>
              <ns1:latin typeface="Calibri"/>
              <ns1:ea typeface="Calibri"/>
              <ns1:cs typeface="Calibri"/>
            </ns1:endParaRPr>
          </ns1:p>
        </ns0:txBody>
      </ns0:sp>
      <ns0:sp>
        <ns0:nvSpPr>
          <ns0:cNvPr id="498" name="Google Shape;498;p31">
            <ns1:extLst>
              <ns1:ext uri="{FF2B5EF4-FFF2-40B4-BE49-F238E27FC236}">
                <ns2:creationId id="{5052645D-40FF-4565-94AD-80BBF39637A9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2943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499" name="Google Shape;499;p31">
            <ns1:extLst>
              <ns1:ext uri="{FF2B5EF4-FFF2-40B4-BE49-F238E27FC236}">
                <ns2:creationId id="{2696634B-FA03-4659-964E-B5E1CBA1C100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2289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00" name="Google Shape;500;p31">
            <ns1:extLst>
              <ns1:ext uri="{FF2B5EF4-FFF2-40B4-BE49-F238E27FC236}">
                <ns2:creationId id="{1F8F63CF-D34D-4D92-97F0-D3F4ACF3073B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5147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01" name="Google Shape;501;p31">
            <ns1:extLst>
              <ns1:ext uri="{FF2B5EF4-FFF2-40B4-BE49-F238E27FC236}">
                <ns2:creationId id="{692A6192-874D-40E1-8D30-134F72AA5735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800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02" name="Google Shape;502;p31">
            <ns1:extLst>
              <ns1:ext uri="{FF2B5EF4-FFF2-40B4-BE49-F238E27FC236}">
                <ns2:creationId id="{9A2E8701-A324-4D16-AB8A-3AB248FA23D3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086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03" name="Google Shape;503;p31">
            <ns1:extLst>
              <ns1:ext uri="{FF2B5EF4-FFF2-40B4-BE49-F238E27FC236}">
                <ns2:creationId id="{1F7D1C61-CB23-479D-91CA-88E9E136E1BF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3719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04" name="Google Shape;504;p31">
            <ns1:extLst>
              <ns1:ext uri="{FF2B5EF4-FFF2-40B4-BE49-F238E27FC236}">
                <ns2:creationId id="{319A6CBA-5C37-42E1-A3DB-EED71DB1E0BD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6577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05" name="Google Shape;505;p31">
            <ns1:extLst>
              <ns1:ext uri="{FF2B5EF4-FFF2-40B4-BE49-F238E27FC236}">
                <ns2:creationId id="{F38ED350-CAF7-4367-9E47-8FDBAE46FFB9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943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06" name="Google Shape;506;p31">
            <ns1:extLst>
              <ns1:ext uri="{FF2B5EF4-FFF2-40B4-BE49-F238E27FC236}">
                <ns2:creationId id="{4F264D5F-BF68-4D40-B586-9D283B2DAD5A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229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07" name="Google Shape;507;p31">
            <ns1:extLst>
              <ns1:ext uri="{FF2B5EF4-FFF2-40B4-BE49-F238E27FC236}">
                <ns2:creationId id="{6D9E8DB5-5440-4D71-BF03-C6A5EECBEF72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514975" y="4724400"/>
            <ns1:ext cx="104775" cy="104775"/>
          </ns1:xfrm>
          <ns1:prstGeom prst="ellipse">
            <ns1:avLst/>
          </ns1:prstGeom>
          <ns1:solidFill>
            <ns1:srgbClr val="E6907D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08" name="Google Shape;508;p31">
            <ns1:extLst>
              <ns1:ext uri="{FF2B5EF4-FFF2-40B4-BE49-F238E27FC236}">
                <ns2:creationId id="{56A1BE30-986E-42CF-B140-366A620F2B4B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8007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09" name="Google Shape;509;p31">
            <ns1:extLst>
              <ns1:ext uri="{FF2B5EF4-FFF2-40B4-BE49-F238E27FC236}">
                <ns2:creationId id="{EE47EFD1-657E-43EE-B216-5487765D0F38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086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10" name="Google Shape;510;p31">
            <ns1:extLst>
              <ns1:ext uri="{FF2B5EF4-FFF2-40B4-BE49-F238E27FC236}">
                <ns2:creationId id="{198182AD-E70B-4AF4-B57A-33E4E2760D58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372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11" name="Google Shape;511;p31">
            <ns1:extLst>
              <ns1:ext uri="{FF2B5EF4-FFF2-40B4-BE49-F238E27FC236}">
                <ns2:creationId id="{21CB1E1F-AD75-44ED-A6EA-BBCB8F75EC82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828210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12" name="Google Shape;512;p31">
            <ns1:extLst>
              <ns1:ext uri="{FF2B5EF4-FFF2-40B4-BE49-F238E27FC236}">
                <ns2:creationId id="{5B01FFA8-8DF7-4B5F-96C0-D55EAD4A186E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120302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13" name="Google Shape;513;p31">
            <ns1:extLst>
              <ns1:ext uri="{FF2B5EF4-FFF2-40B4-BE49-F238E27FC236}">
                <ns2:creationId id="{B4CDC256-0D9F-4FBD-AF57-3F715BD8C787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412393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14" name="Google Shape;514;p31">
            <ns1:extLst>
              <ns1:ext uri="{FF2B5EF4-FFF2-40B4-BE49-F238E27FC236}">
                <ns2:creationId id="{D7CD6648-A054-4B9A-8524-308BD907F270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704485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15" name="Google Shape;515;p31">
            <ns1:extLst>
              <ns1:ext uri="{FF2B5EF4-FFF2-40B4-BE49-F238E27FC236}">
                <ns2:creationId id="{1685CF00-6645-46D8-B16E-F63C4453F2C7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996577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16" name="Google Shape;516;p31">
            <ns1:extLst>
              <ns1:ext uri="{FF2B5EF4-FFF2-40B4-BE49-F238E27FC236}">
                <ns2:creationId id="{48773524-F5ED-49B3-8DC2-F8B05C92A3B6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7288669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17" name="Google Shape;517;p31">
            <ns1:extLst>
              <ns1:ext uri="{FF2B5EF4-FFF2-40B4-BE49-F238E27FC236}">
                <ns2:creationId id="{292E03A2-2E1A-485C-BB10-756138DF1369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2657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18" name="">
            <ns1:extLst>
              <ns1:ext uri="{FF2B5EF4-FFF2-40B4-BE49-F238E27FC236}">
                <ns2:creationId id="{555BC8C8-2EB8-4003-9AD3-4EB60AE11E6B}"/>
              </ns1:ext>
            </ns1:extLst>
          </ns0:cNvPr>
          <ns0:cNvSpPr>
            <ns1:spLocks noGrp="1"/>
          </ns0:cNvSpPr>
          <ns0:nvPr/>
        </ns0:nvSpPr>
        <ns0:spPr>
          <ns1:xfrm>
            <ns1:off x="752475" y="4419600"/>
            <ns1:ext cx="7648575" cy="2000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975" b="0">
                <ns1:solidFill>
                  <ns1:srgbClr val="66716D"/>
                </ns1:solidFill>
                <ns1:latin typeface="Microsoft YaHei"/>
                <ns1:ea typeface="微软雅黑"/>
                <ns1:cs typeface="Microsoft YaHei"/>
              </ns1:rPr>
              <ns1:t>评测方案：授权脱敏、事件分组与固定模型设置；真实效果数值尚待形成</ns1:t>
            </ns1:r>
          </ns1:p>
        </ns0:txBody>
      </ns0:sp>
      <ns0:sp>
        <ns0:nvSpPr>
          <ns0:cNvPr id="519" name="TextBox 518"/>
          <ns0:cNvSpPr txBox="1"/>
          <ns0:nvPr/>
        </ns0:nvSpPr>
        <ns0:spPr>
          <ns1:xfrm>
            <ns1:off x="6550000" y="4880000"/>
            <ns1:ext cx="2360000" cy="200000"/>
          </ns1:xfrm>
          <ns1:prstGeom prst="rect">
            <ns1:avLst/>
          </ns1:prstGeom>
          <ns1:noFill/>
        </ns0:spPr>
        <ns0:txBody>
          <ns1:bodyPr wrap="square" anchor="t" lIns="36576" rIns="36576" tIns="36576" bIns="36576">
            <ns1:spAutoFit/>
          </ns1:bodyPr>
          <ns1:lstStyle/>
          <ns1:p>
            <ns1:pPr algn="r">
              <ns1:lnSpc>
                <ns1:spcPct val="115000"/>
              </ns1:lnSpc>
              <ns1:spcAft>
                <ns1:spcPts val="400"/>
              </ns1:spcAft>
            </ns1:pPr>
            <ns1:r>
              <ns1:rPr sz="800" b="0">
                <ns1:solidFill>
                  <ns1:srgbClr val="5A6678"/>
                </ns1:solidFill>
                <ns1:ea typeface="微软雅黑"/>
              </ns1:rPr>
              <ns1:t>Campus Agent｜AIC-2026-15513467｜13/20</ns1:t>
            </ns1:r>
          </ns1:p>
        </ns0:txBody>
      </ns0:sp>
    </ns0:spTree>
    <ns0:extLst>
      <ns0:ext uri="{BB962C8B-B14F-4D97-AF65-F5344CB8AC3E}">
        <ns3:creationId val="600376533"/>
      </ns0:ext>
    </ns0:extLst>
  </ns0:cSld>
</ns0:sld>
</file>

<file path=ppt/slides/slide1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567" name="Google Shape;567;p33">
            <ns1:extLst>
              <ns1:ext uri="{FF2B5EF4-FFF2-40B4-BE49-F238E27FC236}">
                <ns2:creationId id="{664EC0D1-A4E3-4E35-BCCA-208BCDA79D7D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2943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68" name="Google Shape;568;p33">
            <ns1:extLst>
              <ns1:ext uri="{FF2B5EF4-FFF2-40B4-BE49-F238E27FC236}">
                <ns2:creationId id="{3D707B64-E855-42E8-ADC1-548A0ABA0AFE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2289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69" name="Google Shape;569;p33">
            <ns1:extLst>
              <ns1:ext uri="{FF2B5EF4-FFF2-40B4-BE49-F238E27FC236}">
                <ns2:creationId id="{22132FF0-CF8A-424B-8578-1B7BDD6A4326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5147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70" name="Google Shape;570;p33">
            <ns1:extLst>
              <ns1:ext uri="{FF2B5EF4-FFF2-40B4-BE49-F238E27FC236}">
                <ns2:creationId id="{E3BDC3EA-E502-483B-AA5D-FB41BC1EDE22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800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71" name="Google Shape;571;p33">
            <ns1:extLst>
              <ns1:ext uri="{FF2B5EF4-FFF2-40B4-BE49-F238E27FC236}">
                <ns2:creationId id="{9258F100-E015-4A14-8165-4B0BA15C016F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086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72" name="Google Shape;572;p33">
            <ns1:extLst>
              <ns1:ext uri="{FF2B5EF4-FFF2-40B4-BE49-F238E27FC236}">
                <ns2:creationId id="{26270DEF-7676-4140-B224-D1C1D57E364D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3719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73" name="Google Shape;573;p33">
            <ns1:extLst>
              <ns1:ext uri="{FF2B5EF4-FFF2-40B4-BE49-F238E27FC236}">
                <ns2:creationId id="{F11E84B2-8E0A-4A4D-A3A7-6B68A71DD13D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6577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74" name="Google Shape;574;p33">
            <ns1:extLst>
              <ns1:ext uri="{FF2B5EF4-FFF2-40B4-BE49-F238E27FC236}">
                <ns2:creationId id="{9B8E645E-3440-4DD8-83B2-C090F4011294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943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75" name="Google Shape;575;p33">
            <ns1:extLst>
              <ns1:ext uri="{FF2B5EF4-FFF2-40B4-BE49-F238E27FC236}">
                <ns2:creationId id="{F1E422E8-A253-4145-8D73-5F6C6434F0E4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229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76" name="Google Shape;576;p33">
            <ns1:extLst>
              <ns1:ext uri="{FF2B5EF4-FFF2-40B4-BE49-F238E27FC236}">
                <ns2:creationId id="{05767973-8DFD-4B57-AF29-BB3866F6AF92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5149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77" name="Google Shape;577;p33">
            <ns1:extLst>
              <ns1:ext uri="{FF2B5EF4-FFF2-40B4-BE49-F238E27FC236}">
                <ns2:creationId id="{2DD225FA-E1B9-4B5F-962F-F6CB06335C10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800725" y="4724400"/>
            <ns1:ext cx="104775" cy="104775"/>
          </ns1:xfrm>
          <ns1:prstGeom prst="ellipse">
            <ns1:avLst/>
          </ns1:prstGeom>
          <ns1:solidFill>
            <ns1:srgbClr val="E6907D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78" name="Google Shape;578;p33">
            <ns1:extLst>
              <ns1:ext uri="{FF2B5EF4-FFF2-40B4-BE49-F238E27FC236}">
                <ns2:creationId id="{B666FC42-25BD-4ECC-B96E-0E41C8584495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086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79" name="Google Shape;579;p33">
            <ns1:extLst>
              <ns1:ext uri="{FF2B5EF4-FFF2-40B4-BE49-F238E27FC236}">
                <ns2:creationId id="{E5104601-27D3-4AFF-B542-4B02110CFCCF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372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80" name="Google Shape;580;p33">
            <ns1:extLst>
              <ns1:ext uri="{FF2B5EF4-FFF2-40B4-BE49-F238E27FC236}">
                <ns2:creationId id="{D639E98A-B088-4C73-ACE0-11CF1F3C060F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828210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81" name="Google Shape;581;p33">
            <ns1:extLst>
              <ns1:ext uri="{FF2B5EF4-FFF2-40B4-BE49-F238E27FC236}">
                <ns2:creationId id="{3B4FAB0A-9EA9-4E3E-8ACA-9B90FD209A2F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120302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82" name="Google Shape;582;p33">
            <ns1:extLst>
              <ns1:ext uri="{FF2B5EF4-FFF2-40B4-BE49-F238E27FC236}">
                <ns2:creationId id="{A32CD29B-100C-42F0-A657-C880C716C9FF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412393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83" name="Google Shape;583;p33">
            <ns1:extLst>
              <ns1:ext uri="{FF2B5EF4-FFF2-40B4-BE49-F238E27FC236}">
                <ns2:creationId id="{0EE2A29E-00CA-4B2E-83DA-53C42456EA62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704485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84" name="Google Shape;584;p33">
            <ns1:extLst>
              <ns1:ext uri="{FF2B5EF4-FFF2-40B4-BE49-F238E27FC236}">
                <ns2:creationId id="{E1D3F922-39F2-4799-9A67-62F87EE1D115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996577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85" name="Google Shape;585;p33">
            <ns1:extLst>
              <ns1:ext uri="{FF2B5EF4-FFF2-40B4-BE49-F238E27FC236}">
                <ns2:creationId id="{7733AF80-D47A-44B4-82BE-ECAD70BC28D8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7288669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86" name="Google Shape;586;p33">
            <ns1:extLst>
              <ns1:ext uri="{FF2B5EF4-FFF2-40B4-BE49-F238E27FC236}">
                <ns2:creationId id="{A80D432A-DAB4-4C7D-A996-8BED3A453E0E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2657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587" name="">
            <ns1:extLst>
              <ns1:ext uri="{FF2B5EF4-FFF2-40B4-BE49-F238E27FC236}">
                <ns2:creationId id="{F86A06A6-FFDE-47F3-BCDD-1B77E089ED60}"/>
              </ns1:ext>
            </ns1:extLst>
          </ns0:cNvPr>
          <ns0:cNvSpPr>
            <ns1:spLocks noGrp="1"/>
          </ns0:cNvSpPr>
          <ns0:nvPr/>
        </ns0:nvSpPr>
        <ns0:spPr>
          <ns1:xfrm>
            <ns1:off x="723900" y="638175"/>
            <ns1:ext cx="7715250" cy="4953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l"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l"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l"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l"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l"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l"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l"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l"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l"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algn="l"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>
                <ns1:ea typeface="微软雅黑"/>
              </ns1:rPr>
              <ns1:t>证据分两层：工程已验证，效果未验证</ns1:t>
            </ns1:r>
          </ns1:p>
        </ns0:txBody>
      </ns0:sp>
      <ns0:sp>
        <ns0:nvSpPr>
          <ns0:cNvPr id="588" name="">
            <ns1:extLst>
              <ns1:ext uri="{FF2B5EF4-FFF2-40B4-BE49-F238E27FC236}">
                <ns2:creationId id="{8D74AA5A-FC94-4E0D-A385-8BAF53B9D414}"/>
              </ns1:ext>
            </ns1:extLst>
          </ns0:cNvPr>
          <ns0:cNvSpPr>
            <ns1:spLocks noGrp="1"/>
          </ns0:cNvSpPr>
          <ns0:nvPr/>
        </ns0:nvSpPr>
        <ns0:spPr>
          <ns1:xfrm>
            <ns1:off x="781050" y="1600200"/>
            <ns1:ext cx="2314575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 algn="ctr">
              <ns1:defRPr sz="4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4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4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4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4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4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4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4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4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4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algn="ctr">
              <ns1:defRPr sz="4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4875" b="1">
                <ns1:solidFill>
                  <ns1:srgbClr val="538786"/>
                </ns1:solidFill>
                <ns1:latin typeface="Microsoft YaHei"/>
                <ns1:ea typeface="微软雅黑"/>
                <ns1:cs typeface="Microsoft YaHei"/>
              </ns1:rPr>
              <ns1:t>234</ns1:t>
            </ns1:r>
          </ns1:p>
        </ns0:txBody>
      </ns0:sp>
      <ns0:sp>
        <ns0:nvSpPr>
          <ns0:cNvPr id="589" name="">
            <ns1:extLst>
              <ns1:ext uri="{FF2B5EF4-FFF2-40B4-BE49-F238E27FC236}">
                <ns2:creationId id="{7E9EB6D6-B54D-4D75-8130-64B6707B3C5C}"/>
              </ns1:ext>
            </ns1:extLst>
          </ns0:cNvPr>
          <ns0:cNvSpPr>
            <ns1:spLocks noGrp="1"/>
          </ns0:cNvSpPr>
          <ns0:nvPr/>
        </ns0:nvSpPr>
        <ns0:spPr>
          <ns1:xfrm>
            <ns1:off x="781050" y="2647950"/>
            <ns1:ext cx="2314575" cy="3619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 algn="ctr">
              <ns1:defRPr sz="1875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1875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1875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1875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1875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1875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1875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1875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1875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1875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algn="ctr">
              <ns1:defRPr sz="1875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1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后端测试</ns1:t>
            </ns1:r>
          </ns1:p>
        </ns0:txBody>
      </ns0:sp>
      <ns0:sp>
        <ns0:nvSpPr>
          <ns0:cNvPr id="590" name="">
            <ns1:extLst>
              <ns1:ext uri="{FF2B5EF4-FFF2-40B4-BE49-F238E27FC236}">
                <ns2:creationId id="{FE8AF3CA-C97C-463B-89B5-699D67758B28}"/>
              </ns1:ext>
            </ns1:extLst>
          </ns0:cNvPr>
          <ns0:cNvSpPr>
            <ns1:spLocks noGrp="1"/>
          </ns0:cNvSpPr>
          <ns0:nvPr/>
        </ns0:nvSpPr>
        <ns0:spPr>
          <ns1:xfrm>
            <ns1:off x="781050" y="3181350"/>
            <ns1:ext cx="2314575" cy="762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10 月 19 日归档</ns1:t>
            </ns1:r>
          </ns1:p>
          <ns1:p>
            <ns1: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失败 0，错误 0</ns1:t>
            </ns1:r>
          </ns1:p>
        </ns0:txBody>
      </ns0:sp>
      <ns0:sp>
        <ns0:nvSpPr>
          <ns0:cNvPr id="591" name="">
            <ns1:extLst>
              <ns1:ext uri="{FF2B5EF4-FFF2-40B4-BE49-F238E27FC236}">
                <ns2:creationId id="{812B85D3-559A-45FB-81E7-ED5B00CCC743}"/>
              </ns1:ext>
            </ns1:extLst>
          </ns0:cNvPr>
          <ns0:cNvSpPr>
            <ns1:spLocks noGrp="1"/>
          </ns0:cNvSpPr>
          <ns0:nvPr/>
        </ns0:nvSpPr>
        <ns0:spPr>
          <ns1:xfrm>
            <ns1:off x="3419475" y="1600200"/>
            <ns1:ext cx="2314575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 algn="ctr">
              <ns1:defRPr sz="4875" b="1">
                <ns1:solidFill>
                  <ns1:srgbClr val="DD4F3D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4875" b="1">
                <ns1:solidFill>
                  <ns1:srgbClr val="DD4F3D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4875" b="1">
                <ns1:solidFill>
                  <ns1:srgbClr val="DD4F3D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4875" b="1">
                <ns1:solidFill>
                  <ns1:srgbClr val="DD4F3D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4875" b="1">
                <ns1:solidFill>
                  <ns1:srgbClr val="DD4F3D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4875" b="1">
                <ns1:solidFill>
                  <ns1:srgbClr val="DD4F3D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4875" b="1">
                <ns1:solidFill>
                  <ns1:srgbClr val="DD4F3D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4875" b="1">
                <ns1:solidFill>
                  <ns1:srgbClr val="DD4F3D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4875" b="1">
                <ns1:solidFill>
                  <ns1:srgbClr val="DD4F3D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4875" b="1">
                <ns1:solidFill>
                  <ns1:srgbClr val="DD4F3D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algn="ctr">
              <ns1:defRPr sz="4875" b="1">
                <ns1:solidFill>
                  <ns1:srgbClr val="DD4F3D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4875" b="1">
                <ns1:solidFill>
                  <ns1:srgbClr val="DD4F3D"/>
                </ns1:solidFill>
                <ns1:latin typeface="Microsoft YaHei"/>
                <ns1:ea typeface="微软雅黑"/>
                <ns1:cs typeface="Microsoft YaHei"/>
              </ns1:rPr>
              <ns1:t>37</ns1:t>
            </ns1:r>
          </ns1:p>
        </ns0:txBody>
      </ns0:sp>
      <ns0:sp>
        <ns0:nvSpPr>
          <ns0:cNvPr id="592" name="">
            <ns1:extLst>
              <ns1:ext uri="{FF2B5EF4-FFF2-40B4-BE49-F238E27FC236}">
                <ns2:creationId id="{D7D919DB-ADC7-4473-85A1-BB673146442E}"/>
              </ns1:ext>
            </ns1:extLst>
          </ns0:cNvPr>
          <ns0:cNvSpPr>
            <ns1:spLocks noGrp="1"/>
          </ns0:cNvSpPr>
          <ns0:nvPr/>
        </ns0:nvSpPr>
        <ns0:spPr>
          <ns1:xfrm>
            <ns1:off x="3419475" y="2647950"/>
            <ns1:ext cx="2314575" cy="3619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 algn="ctr">
              <ns1:defRPr sz="1875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1875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1875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1875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1875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1875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1875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1875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1875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1875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algn="ctr">
              <ns1:defRPr sz="1875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1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调研系统检查</ns1:t>
            </ns1:r>
          </ns1:p>
        </ns0:txBody>
      </ns0:sp>
      <ns0:sp>
        <ns0:nvSpPr>
          <ns0:cNvPr id="593" name="">
            <ns1:extLst>
              <ns1:ext uri="{FF2B5EF4-FFF2-40B4-BE49-F238E27FC236}">
                <ns2:creationId id="{05B5DA43-FF05-4CB1-82BD-003E5500CBEE}"/>
              </ns1:ext>
            </ns1:extLst>
          </ns0:cNvPr>
          <ns0:cNvSpPr>
            <ns1:spLocks noGrp="1"/>
          </ns0:cNvSpPr>
          <ns0:nvPr/>
        </ns0:nvSpPr>
        <ns0:spPr>
          <ns1:xfrm>
            <ns1:off x="3419475" y="3181350"/>
            <ns1:ext cx="2314575" cy="762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分组执行的服务端</ns1:t>
            </ns1:r>
          </ns1:p>
          <ns1:p>
            <ns1: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及浏览器回归</ns1:t>
            </ns1:r>
          </ns1:p>
        </ns0:txBody>
      </ns0:sp>
      <ns0:sp>
        <ns0:nvSpPr>
          <ns0:cNvPr id="594" name="">
            <ns1:extLst>
              <ns1:ext uri="{FF2B5EF4-FFF2-40B4-BE49-F238E27FC236}">
                <ns2:creationId id="{01F03CE0-3A1F-4D72-B97A-EA66354F2119}"/>
              </ns1:ext>
            </ns1:extLst>
          </ns0:cNvPr>
          <ns0:cNvSpPr>
            <ns1:spLocks noGrp="1"/>
          </ns0:cNvSpPr>
          <ns0:nvPr/>
        </ns0:nvSpPr>
        <ns0:spPr>
          <ns1:xfrm>
            <ns1:off x="6057900" y="1600200"/>
            <ns1:ext cx="2314575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 algn="ctr">
              <ns1:defRPr sz="4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4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4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4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4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4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4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4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4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4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algn="ctr">
              <ns1:defRPr sz="4875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4875" b="1">
                <ns1:solidFill>
                  <ns1:srgbClr val="538786"/>
                </ns1:solidFill>
                <ns1:latin typeface="Microsoft YaHei"/>
                <ns1:ea typeface="微软雅黑"/>
                <ns1:cs typeface="Microsoft YaHei"/>
              </ns1:rPr>
              <ns1:t>3</ns1:t>
            </ns1:r>
          </ns1:p>
        </ns0:txBody>
      </ns0:sp>
      <ns0:sp>
        <ns0:nvSpPr>
          <ns0:cNvPr id="595" name="">
            <ns1:extLst>
              <ns1:ext uri="{FF2B5EF4-FFF2-40B4-BE49-F238E27FC236}">
                <ns2:creationId id="{613429DE-599B-4C26-BA35-5F62C08D99D6}"/>
              </ns1:ext>
            </ns1:extLst>
          </ns0:cNvPr>
          <ns0:cNvSpPr>
            <ns1:spLocks noGrp="1"/>
          </ns0:cNvSpPr>
          <ns0:nvPr/>
        </ns0:nvSpPr>
        <ns0:spPr>
          <ns1:xfrm>
            <ns1:off x="6057900" y="2647950"/>
            <ns1:ext cx="2314575" cy="3619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 algn="ctr">
              <ns1:defRPr sz="1875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1875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1875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1875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1875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1875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1875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1875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1875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1875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algn="ctr">
              <ns1:defRPr sz="1875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875" b="1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前端检查</ns1:t>
            </ns1:r>
          </ns1:p>
        </ns0:txBody>
      </ns0:sp>
      <ns0:sp>
        <ns0:nvSpPr>
          <ns0:cNvPr id="596" name="">
            <ns1:extLst>
              <ns1:ext uri="{FF2B5EF4-FFF2-40B4-BE49-F238E27FC236}">
                <ns2:creationId id="{324F7EC5-CA3F-4E87-84D3-05FB44D7A1B9}"/>
              </ns1:ext>
            </ns1:extLst>
          </ns0:cNvPr>
          <ns0:cNvSpPr>
            <ns1:spLocks noGrp="1"/>
          </ns0:cNvSpPr>
          <ns0:nvPr/>
        </ns0:nvSpPr>
        <ns0:spPr>
          <ns1:xfrm>
            <ns1:off x="6057900" y="3181350"/>
            <ns1:ext cx="2314575" cy="762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类型、规范与生产构建</ns1:t>
            </ns1:r>
          </ns1:p>
          <ns1:p>
            <ns1: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含 9 条既有规范警告</ns1:t>
            </ns1:r>
          </ns1:p>
        </ns0:txBody>
      </ns0:sp>
      <ns0:sp>
        <ns0:nvSpPr>
          <ns0:cNvPr id="597" name="">
            <ns1:extLst>
              <ns1:ext uri="{FF2B5EF4-FFF2-40B4-BE49-F238E27FC236}">
                <ns2:creationId id="{E405D4D1-7064-40C7-A042-CCD8BC6DDA56}"/>
              </ns1:ext>
            </ns1:extLst>
          </ns0:cNvPr>
          <ns0:cNvSpPr>
            <ns1:spLocks noGrp="1"/>
          </ns0:cNvSpPr>
          <ns0:nvPr/>
        </ns0:nvSpPr>
        <ns0:spPr>
          <ns1:xfrm>
            <ns1:off x="752475" y="3990000"/>
            <ns1:ext cx="7648575" cy="430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l"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algn="l">
              <ns1:lnSpc>
                <ns1:spcPct val="115000"/>
              </ns1:lnSpc>
              <ns1:spcAft>
                <ns1:spcPts val="0"/>
              </ns1:spcAft>
              <ns1:defRPr sz="975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000">
                <ns1:ea typeface="微软雅黑"/>
              </ns1:rPr>
              <ns1:t>受控工程验证与真实模型评测分别统计，测试通过数不等于用户效果。</ns1:t>
            </ns1:r>
          </ns1:p>
          <ns1:p>
            <ns1:pPr>
              <ns1:lnSpc>
                <ns1:spcPct val="115000"/>
              </ns1:lnSpc>
              <ns1:spcAft>
                <ns1:spcPts val="0"/>
              </ns1:spcAft>
            </ns1:pPr>
            <ns1:r>
              <ns1:rPr sz="1000">
                <ns1:ea typeface="微软雅黑"/>
              </ns1:rPr>
              <ns1:t>另：Kexu v0.5 发行标签（2026-10-20）完成 173 项前端回归，两套口径不合并，见附录 C。</ns1:t>
            </ns1:r>
          </ns1:p>
        </ns0:txBody>
      </ns0:sp>
      <ns0:sp>
        <ns0:nvSpPr>
          <ns0:cNvPr id="598" name="TextBox 597"/>
          <ns0:cNvSpPr txBox="1"/>
          <ns0:nvPr/>
        </ns0:nvSpPr>
        <ns0:spPr>
          <ns1:xfrm>
            <ns1:off x="6550000" y="4880000"/>
            <ns1:ext cx="2360000" cy="200000"/>
          </ns1:xfrm>
          <ns1:prstGeom prst="rect">
            <ns1:avLst/>
          </ns1:prstGeom>
          <ns1:noFill/>
        </ns0:spPr>
        <ns0:txBody>
          <ns1:bodyPr wrap="square" anchor="t" lIns="36576" rIns="36576" tIns="36576" bIns="36576">
            <ns1:spAutoFit/>
          </ns1:bodyPr>
          <ns1:lstStyle/>
          <ns1:p>
            <ns1:pPr algn="r">
              <ns1:lnSpc>
                <ns1:spcPct val="115000"/>
              </ns1:lnSpc>
              <ns1:spcAft>
                <ns1:spcPts val="400"/>
              </ns1:spcAft>
            </ns1:pPr>
            <ns1:r>
              <ns1:rPr sz="800" b="0">
                <ns1:solidFill>
                  <ns1:srgbClr val="5A6678"/>
                </ns1:solidFill>
                <ns1:ea typeface="微软雅黑"/>
              </ns1:rPr>
              <ns1:t>Campus Agent｜AIC-2026-15513467｜14/20</ns1:t>
            </ns1:r>
          </ns1:p>
        </ns0:txBody>
      </ns0:sp>
    </ns0:spTree>
    <ns0:extLst>
      <ns0:ext uri="{BB962C8B-B14F-4D97-AF65-F5344CB8AC3E}">
        <ns3:creationId val="2052600761"/>
      </ns0:ext>
    </ns0:extLst>
  </ns0:cSld>
</ns0:sld>
</file>

<file path=ppt/slides/slide1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761" name="Google Shape;761;p38">
            <ns1:extLst>
              <ns1:ext uri="{FF2B5EF4-FFF2-40B4-BE49-F238E27FC236}">
                <ns2:creationId id="{28C48191-A119-4454-B390-4FA5A109A899}"/>
              </ns1:ext>
            </ns1:extLst>
          </ns0:cNvPr>
          <ns0:cNvSpPr>
            <ns1:spLocks noGrp="1"/>
          </ns0:cNvSpPr>
          <ns0:nvPr>
            <ns0:ph type="title" idx="0"/>
          </ns0:nvPr>
        </ns0:nvSpPr>
        <ns0:spPr>
          <ns1:xfrm>
            <ns1:off x="723900" y="638175"/>
            <ns1:ext cx="7715250" cy="504825"/>
          </ns1:xfrm>
          <ns1:prstGeom prst="rect">
            <ns1:avLst/>
          </ns1:prstGeom>
        </ns0:spPr>
        <ns0:txBody>
          <ns1:bodyPr spcFirstLastPara="1" wrap="square" lIns="0" tIns="0" rIns="0" bIns="0" anchor="t">
            <ns1:noAutofit/>
          </ns1:bodyPr>
          <ns1:lstStyle>
            <ns1:def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l">
              <ns1:spcBef>
                <ns1:spcPts val="0"/>
              </ns1:spcBef>
              <ns1:spcAft>
                <ns1:spcPts val="0"/>
              </ns1:spcAft>
              <ns1:buNone/>
              <ns1:defRPr sz="25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>
                <ns1:ea typeface="微软雅黑"/>
              </ns1:rPr>
              <ns1:t>下一步是小样本试点，不是继续加功能</ns1:t>
            </ns1:r>
            <ns1:endParaRPr/>
          </ns1:p>
        </ns0:txBody>
      </ns0:sp>
      <ns0:sp>
        <ns0:nvSpPr>
          <ns0:cNvPr id="762" name="Google Shape;762;p38">
            <ns1:extLst>
              <ns1:ext uri="{FF2B5EF4-FFF2-40B4-BE49-F238E27FC236}">
                <ns2:creationId id="{4E76054C-D62D-42E6-8D30-91494DE1CA20}"/>
              </ns1:ext>
            </ns1:extLst>
          </ns0:cNvPr>
          <ns0:cNvSpPr>
            <ns1:spLocks noGrp="1"/>
          </ns0:cNvSpPr>
          <ns0:nvPr/>
        </ns0:nvSpPr>
        <ns0:spPr>
          <ns1:xfrm flipH="1">
            <ns1:off x="714375" y="1933575"/>
            <ns1:ext cx="1828800" cy="742950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0" tIns="0" rIns="0" bIns="0" anchor="t">
            <ns1:noAutofit/>
          </ns1:bodyPr>
          <ns1:lstStyle>
            <ns1:def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需求聚焦</ns1:t>
            </ns1:r>
            <ns1:endParaRPr sz="1200">
              <ns1:solidFill>
                <ns1:schemeClr val="dk1"/>
              </ns1:solidFill>
              <ns1:latin typeface="Barlow Medium"/>
              <ns1:ea typeface="Barlow Medium"/>
              <ns1:cs typeface="Barlow Medium"/>
            </ns1:endParaRPr>
          </ns1:p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从校园事务负担切入</ns1:t>
            </ns1:r>
            <ns1:endParaRPr sz="1200">
              <ns1:solidFill>
                <ns1:schemeClr val="dk1"/>
              </ns1:solidFill>
              <ns1:latin typeface="Barlow Medium"/>
              <ns1:ea typeface="Barlow Medium"/>
              <ns1:cs typeface="Barlow Medium"/>
            </ns1:endParaRPr>
          </ns1:p>
        </ns0:txBody>
      </ns0:sp>
      <ns0:sp>
        <ns0:nvSpPr>
          <ns0:cNvPr id="763" name="Google Shape;763;p38">
            <ns1:extLst>
              <ns1:ext uri="{FF2B5EF4-FFF2-40B4-BE49-F238E27FC236}">
                <ns2:creationId id="{C477A825-2D2F-4D5A-9D89-D29AF75BE939}"/>
              </ns1:ext>
            </ns1:extLst>
          </ns0:cNvPr>
          <ns0:cNvSpPr>
            <ns1:spLocks noGrp="1"/>
          </ns0:cNvSpPr>
          <ns0:nvPr/>
        </ns0:nvSpPr>
        <ns0:spPr>
          <ns1:xfrm flipH="1">
            <ns1:off x="2676525" y="1933575"/>
            <ns1:ext cx="1828800" cy="742950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0" tIns="0" rIns="0" bIns="0" anchor="t">
            <ns1:noAutofit/>
          </ns1:bodyPr>
          <ns1:lstStyle>
            <ns1:def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材料授权</ns1:t>
            </ns1:r>
            <ns1:endParaRPr sz="1200" b="1">
              <ns1:solidFill>
                <ns1:schemeClr val="dk1"/>
              </ns1:solidFill>
              <ns1:latin typeface="Barlow"/>
              <ns1:ea typeface="Barlow"/>
              <ns1:cs typeface="Barlow"/>
            </ns1:endParaRPr>
          </ns1:p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脱敏后建立冻结样本</ns1:t>
            </ns1:r>
            <ns1:endParaRPr sz="1200" b="1">
              <ns1:solidFill>
                <ns1:schemeClr val="dk1"/>
              </ns1:solidFill>
              <ns1:latin typeface="Barlow"/>
              <ns1:ea typeface="Barlow"/>
              <ns1:cs typeface="Barlow"/>
            </ns1:endParaRPr>
          </ns1:p>
        </ns0:txBody>
      </ns0:sp>
      <ns0:sp>
        <ns0:nvSpPr>
          <ns0:cNvPr id="764" name="Google Shape;764;p38">
            <ns1:extLst>
              <ns1:ext uri="{FF2B5EF4-FFF2-40B4-BE49-F238E27FC236}">
                <ns2:creationId id="{3D069BA8-73A5-464E-A19F-A495A2CF5EAD}"/>
              </ns1:ext>
            </ns1:extLst>
          </ns0:cNvPr>
          <ns0:cNvSpPr>
            <ns1:spLocks noGrp="1"/>
          </ns0:cNvSpPr>
          <ns0:nvPr/>
        </ns0:nvSpPr>
        <ns0:spPr>
          <ns1:xfrm flipH="1">
            <ns1:off x="4638675" y="1933575"/>
            <ns1:ext cx="1828800" cy="742950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0" tIns="0" rIns="0" bIns="0" anchor="t">
            <ns1:noAutofit/>
          </ns1:bodyPr>
          <ns1:lstStyle>
            <ns1:def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受控对照</ns1:t>
            </ns1:r>
            <ns1:endParaRPr sz="1200" b="1">
              <ns1:solidFill>
                <ns1:schemeClr val="dk1"/>
              </ns1:solidFill>
              <ns1:latin typeface="Barlow"/>
              <ns1:ea typeface="Barlow"/>
              <ns1:cs typeface="Barlow"/>
            </ns1:endParaRPr>
          </ns1:p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固定模型与评测口径</ns1:t>
            </ns1:r>
            <ns1:endParaRPr sz="1200" b="1">
              <ns1:solidFill>
                <ns1:schemeClr val="dk1"/>
              </ns1:solidFill>
              <ns1:latin typeface="Barlow"/>
              <ns1:ea typeface="Barlow"/>
              <ns1:cs typeface="Barlow"/>
            </ns1:endParaRPr>
          </ns1:p>
        </ns0:txBody>
      </ns0:sp>
      <ns0:sp>
        <ns0:nvSpPr>
          <ns0:cNvPr id="765" name="Google Shape;765;p38">
            <ns1:extLst>
              <ns1:ext uri="{FF2B5EF4-FFF2-40B4-BE49-F238E27FC236}">
                <ns2:creationId id="{74484B3D-2618-44E4-A27E-47DCCA646D90}"/>
              </ns1:ext>
            </ns1:extLst>
          </ns0:cNvPr>
          <ns0:cNvSpPr>
            <ns1:spLocks noGrp="1"/>
          </ns0:cNvSpPr>
          <ns0:nvPr/>
        </ns0:nvSpPr>
        <ns0:spPr>
          <ns1:xfrm flipH="1">
            <ns1:off x="6600825" y="1933575"/>
            <ns1:ext cx="1828800" cy="742950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0" tIns="0" rIns="0" bIns="0" anchor="t">
            <ns1:noAutofit/>
          </ns1:bodyPr>
          <ns1:lstStyle>
            <ns1:def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小范围试用</ns1:t>
            </ns1:r>
            <ns1:endParaRPr sz="1200" b="1">
              <ns1:solidFill>
                <ns1:schemeClr val="dk1"/>
              </ns1:solidFill>
              <ns1:latin typeface="Barlow"/>
              <ns1:ea typeface="Barlow"/>
              <ns1:cs typeface="Barlow"/>
            </ns1:endParaRPr>
          </ns1:p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记录修改与失败案例</ns1:t>
            </ns1:r>
            <ns1:endParaRPr sz="1200" b="1">
              <ns1:solidFill>
                <ns1:schemeClr val="dk1"/>
              </ns1:solidFill>
              <ns1:latin typeface="Barlow"/>
              <ns1:ea typeface="Barlow"/>
              <ns1:cs typeface="Barlow"/>
            </ns1:endParaRPr>
          </ns1:p>
        </ns0:txBody>
      </ns0:sp>
      <ns0:sp>
        <ns0:nvSpPr>
          <ns0:cNvPr id="766" name="Google Shape;766;p38">
            <ns1:extLst>
              <ns1:ext uri="{FF2B5EF4-FFF2-40B4-BE49-F238E27FC236}">
                <ns2:creationId id="{51431724-B6A9-4F91-8459-3249E4998327}"/>
              </ns1:ext>
            </ns1:extLst>
          </ns0:cNvPr>
          <ns0:cNvSpPr>
            <ns1:spLocks noGrp="1"/>
          </ns0:cNvSpPr>
          <ns0:nvPr/>
        </ns0:nvSpPr>
        <ns0:spPr>
          <ns1:xfrm flipH="1">
            <ns1:off x="714375" y="3762375"/>
            <ns1:ext cx="1828800" cy="742950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0" tIns="0" rIns="0" bIns="0" anchor="t">
            <ns1:noAutofit/>
          </ns1:bodyPr>
          <ns1:lstStyle>
            <ns1:def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成本复核</ns1:t>
            </ns1:r>
            <ns1:endParaRPr sz="1200">
              <ns1:solidFill>
                <ns1:schemeClr val="dk1"/>
              </ns1:solidFill>
              <ns1:latin typeface="Barlow Medium"/>
              <ns1:ea typeface="Barlow Medium"/>
              <ns1:cs typeface="Barlow Medium"/>
            </ns1:endParaRPr>
          </ns1:p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核对调用与维护成本</ns1:t>
            </ns1:r>
            <ns1:endParaRPr sz="1200">
              <ns1:solidFill>
                <ns1:schemeClr val="dk1"/>
              </ns1:solidFill>
              <ns1:latin typeface="Barlow Medium"/>
              <ns1:ea typeface="Barlow Medium"/>
              <ns1:cs typeface="Barlow Medium"/>
            </ns1:endParaRPr>
          </ns1:p>
        </ns0:txBody>
      </ns0:sp>
      <ns0:sp>
        <ns0:nvSpPr>
          <ns0:cNvPr id="767" name="Google Shape;767;p38">
            <ns1:extLst>
              <ns1:ext uri="{FF2B5EF4-FFF2-40B4-BE49-F238E27FC236}">
                <ns2:creationId id="{B3C9FC58-3850-406D-BD9A-9EE23015D7B6}"/>
              </ns1:ext>
            </ns1:extLst>
          </ns0:cNvPr>
          <ns0:cNvSpPr>
            <ns1:spLocks noGrp="1"/>
          </ns0:cNvSpPr>
          <ns0:nvPr/>
        </ns0:nvSpPr>
        <ns0:spPr>
          <ns1:xfrm flipH="1">
            <ns1:off x="2676525" y="3762375"/>
            <ns1:ext cx="1828800" cy="742950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0" tIns="0" rIns="0" bIns="0" anchor="t">
            <ns1:noAutofit/>
          </ns1:bodyPr>
          <ns1:lstStyle>
            <ns1:def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能力迭代</ns1:t>
            </ns1:r>
            <ns1:endParaRPr sz="1200">
              <ns1:solidFill>
                <ns1:schemeClr val="dk1"/>
              </ns1:solidFill>
              <ns1:latin typeface="Barlow Medium"/>
              <ns1:ea typeface="Barlow Medium"/>
              <ns1:cs typeface="Barlow Medium"/>
            </ns1:endParaRPr>
          </ns1:p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逐步增加自动化范围</ns1:t>
            </ns1:r>
            <ns1:endParaRPr sz="1200">
              <ns1:solidFill>
                <ns1:schemeClr val="dk1"/>
              </ns1:solidFill>
              <ns1:latin typeface="Barlow Medium"/>
              <ns1:ea typeface="Barlow Medium"/>
              <ns1:cs typeface="Barlow Medium"/>
            </ns1:endParaRPr>
          </ns1:p>
        </ns0:txBody>
      </ns0:sp>
      <ns0:sp>
        <ns0:nvSpPr>
          <ns0:cNvPr id="768" name="Google Shape;768;p38">
            <ns1:extLst>
              <ns1:ext uri="{FF2B5EF4-FFF2-40B4-BE49-F238E27FC236}">
                <ns2:creationId id="{E3014543-DDAA-4D1F-B738-077F3377A549}"/>
              </ns1:ext>
            </ns1:extLst>
          </ns0:cNvPr>
          <ns0:cNvSpPr>
            <ns1:spLocks noGrp="1"/>
          </ns0:cNvSpPr>
          <ns0:nvPr/>
        </ns0:nvSpPr>
        <ns0:spPr>
          <ns1:xfrm flipH="1">
            <ns1:off x="4638675" y="3762375"/>
            <ns1:ext cx="1828800" cy="742950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0" tIns="0" rIns="0" bIns="0" anchor="t">
            <ns1:noAutofit/>
          </ns1:bodyPr>
          <ns1:lstStyle>
            <ns1:def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授权治理</ns1:t>
            </ns1:r>
            <ns1:endParaRPr sz="1200" b="1">
              <ns1:solidFill>
                <ns1:schemeClr val="dk1"/>
              </ns1:solidFill>
              <ns1:latin typeface="Barlow"/>
              <ns1:ea typeface="Barlow"/>
              <ns1:cs typeface="Barlow"/>
            </ns1:endParaRPr>
          </ns1:p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重要操作保留控制</ns1:t>
            </ns1:r>
            <ns1:endParaRPr sz="1200" b="1">
              <ns1:solidFill>
                <ns1:schemeClr val="dk1"/>
              </ns1:solidFill>
              <ns1:latin typeface="Barlow"/>
              <ns1:ea typeface="Barlow"/>
              <ns1:cs typeface="Barlow"/>
            </ns1:endParaRPr>
          </ns1:p>
        </ns0:txBody>
      </ns0:sp>
      <ns0:sp>
        <ns0:nvSpPr>
          <ns0:cNvPr id="769" name="Google Shape;769;p38">
            <ns1:extLst>
              <ns1:ext uri="{FF2B5EF4-FFF2-40B4-BE49-F238E27FC236}">
                <ns2:creationId id="{20497FE9-2979-4F23-AF92-C06E99EF1127}"/>
              </ns1:ext>
            </ns1:extLst>
          </ns0:cNvPr>
          <ns0:cNvSpPr>
            <ns1:spLocks noGrp="1"/>
          </ns0:cNvSpPr>
          <ns0:nvPr/>
        </ns0:nvSpPr>
        <ns0:spPr>
          <ns1:xfrm flipH="1">
            <ns1:off x="6600825" y="3762375"/>
            <ns1:ext cx="1828800" cy="742950"/>
          </ns1:xfrm>
          <ns1:prstGeom prst="rect">
            <ns1:avLst/>
          </ns1:prstGeom>
          <ns1:noFill/>
          <ns1:ln>
            <ns1:noFill/>
          </ns1:ln>
        </ns0:spPr>
        <ns0:txBody>
          <ns1:bodyPr spcFirstLastPara="1" wrap="square" lIns="0" tIns="0" rIns="0" bIns="0" anchor="t">
            <ns1:noAutofit/>
          </ns1:bodyPr>
          <ns1:lstStyle>
            <ns1:def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开源贡献</ns1:t>
            </ns1:r>
            <ns1:endParaRPr sz="1200" b="1">
              <ns1:solidFill>
                <ns1:schemeClr val="dk1"/>
              </ns1:solidFill>
              <ns1:latin typeface="Barlow"/>
              <ns1:ea typeface="Barlow"/>
              <ns1:cs typeface="Barlow"/>
            </ns1:endParaRPr>
          </ns1:p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  <ns1:defRPr sz="1425" b="0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425" b="0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区分底座与团队增量</ns1:t>
            </ns1:r>
            <ns1:endParaRPr sz="1200" b="1">
              <ns1:solidFill>
                <ns1:schemeClr val="dk1"/>
              </ns1:solidFill>
              <ns1:latin typeface="Barlow"/>
              <ns1:ea typeface="Barlow"/>
              <ns1:cs typeface="Barlow"/>
            </ns1:endParaRPr>
          </ns1:p>
        </ns0:txBody>
      </ns0:sp>
      <ns0:sp>
        <ns0:nvSpPr>
          <ns0:cNvPr id="770" name="Google Shape;770;p38">
            <ns1:extLst>
              <ns1:ext uri="{FF2B5EF4-FFF2-40B4-BE49-F238E27FC236}">
                <ns2:creationId id="{79DDF1C2-50DE-4637-A8CB-31F8CF023612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1599475"/>
            <ns1:ext cx="1828800" cy="186900"/>
          </ns1:xfrm>
          <ns1:prstGeom prst="roundRect">
            <ns1:avLst>
              <ns1:gd name="adj" fmla="val 16667"/>
            </ns1:avLst>
          </ns1:prstGeom>
          <ns1:solidFill>
            <ns1:schemeClr val="accent4"/>
          </ns1:solidFill>
          <ns1:ln w="19050" cap="flat" cmpd="sng">
            <ns1:solidFill>
              <ns1:schemeClr val="accent4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Barlow Medium"/>
              <ns1:ea typeface="Barlow Medium"/>
              <ns1:cs typeface="Barlow Medium"/>
            </ns1:endParaRPr>
          </ns1:p>
        </ns0:txBody>
      </ns0:sp>
      <ns0:sp>
        <ns0:nvSpPr>
          <ns0:cNvPr id="771" name="Google Shape;771;p38">
            <ns1:extLst>
              <ns1:ext uri="{FF2B5EF4-FFF2-40B4-BE49-F238E27FC236}">
                <ns2:creationId id="{3E355A2E-C35A-46AC-9126-92800E2BCFF8}"/>
              </ns1:ext>
            </ns1:extLst>
          </ns0:cNvPr>
          <ns0:cNvSpPr>
            <ns1:spLocks noGrp="1"/>
          </ns0:cNvSpPr>
          <ns0:nvPr/>
        </ns0:nvSpPr>
        <ns0:spPr>
          <ns1:xfrm>
            <ns1:off x="2660525" y="1599475"/>
            <ns1:ext cx="1828800" cy="186900"/>
          </ns1:xfrm>
          <ns1:prstGeom prst="roundRect">
            <ns1:avLst>
              <ns1:gd name="adj" fmla="val 16667"/>
            </ns1:avLst>
          </ns1:prstGeom>
          <ns1:solidFill>
            <ns1:schemeClr val="accent4"/>
          </ns1:solidFill>
          <ns1:ln w="19050" cap="flat" cmpd="sng">
            <ns1:solidFill>
              <ns1:schemeClr val="accent4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Barlow Medium"/>
              <ns1:ea typeface="Barlow Medium"/>
              <ns1:cs typeface="Barlow Medium"/>
            </ns1:endParaRPr>
          </ns1:p>
        </ns0:txBody>
      </ns0:sp>
      <ns0:sp>
        <ns0:nvSpPr>
          <ns0:cNvPr id="772" name="Google Shape;772;p38">
            <ns1:extLst>
              <ns1:ext uri="{FF2B5EF4-FFF2-40B4-BE49-F238E27FC236}">
                <ns2:creationId id="{AB2284B5-9F56-4AED-82D0-3345417694DD}"/>
              </ns1:ext>
            </ns1:extLst>
          </ns0:cNvPr>
          <ns0:cNvSpPr>
            <ns1:spLocks noGrp="1"/>
          </ns0:cNvSpPr>
          <ns0:nvPr/>
        </ns0:nvSpPr>
        <ns0:spPr>
          <ns1:xfrm>
            <ns1:off x="4624425" y="1599475"/>
            <ns1:ext cx="1828800" cy="186900"/>
          </ns1:xfrm>
          <ns1:prstGeom prst="roundRect">
            <ns1:avLst>
              <ns1:gd name="adj" fmla="val 16667"/>
            </ns1:avLst>
          </ns1:prstGeom>
          <ns1:solidFill>
            <ns1:schemeClr val="accent4"/>
          </ns1:solidFill>
          <ns1:ln w="19050" cap="flat" cmpd="sng">
            <ns1:solidFill>
              <ns1:schemeClr val="accent4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Barlow Medium"/>
              <ns1:ea typeface="Barlow Medium"/>
              <ns1:cs typeface="Barlow Medium"/>
            </ns1:endParaRPr>
          </ns1:p>
        </ns0:txBody>
      </ns0:sp>
      <ns0:sp>
        <ns0:nvSpPr>
          <ns0:cNvPr id="773" name="Google Shape;773;p38">
            <ns1:extLst>
              <ns1:ext uri="{FF2B5EF4-FFF2-40B4-BE49-F238E27FC236}">
                <ns2:creationId id="{6E3DEA4E-E224-459B-88EA-D140255AB701}"/>
              </ns1:ext>
            </ns1:extLst>
          </ns0:cNvPr>
          <ns0:cNvSpPr>
            <ns1:spLocks noGrp="1"/>
          </ns0:cNvSpPr>
          <ns0:nvPr/>
        </ns0:nvSpPr>
        <ns0:spPr>
          <ns1:xfrm>
            <ns1:off x="6588325" y="1599475"/>
            <ns1:ext cx="1828800" cy="186900"/>
          </ns1:xfrm>
          <ns1:prstGeom prst="roundRect">
            <ns1:avLst>
              <ns1:gd name="adj" fmla="val 16667"/>
            </ns1:avLst>
          </ns1:prstGeom>
          <ns1:solidFill>
            <ns1:schemeClr val="accent4"/>
          </ns1:solidFill>
          <ns1:ln w="19050" cap="flat" cmpd="sng">
            <ns1:solidFill>
              <ns1:schemeClr val="accent4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Barlow Medium"/>
              <ns1:ea typeface="Barlow Medium"/>
              <ns1:cs typeface="Barlow Medium"/>
            </ns1:endParaRPr>
          </ns1:p>
        </ns0:txBody>
      </ns0:sp>
      <ns0:sp>
        <ns0:nvSpPr>
          <ns0:cNvPr id="774" name="Google Shape;774;p38">
            <ns1:extLst>
              <ns1:ext uri="{FF2B5EF4-FFF2-40B4-BE49-F238E27FC236}">
                <ns2:creationId id="{59446293-3F94-4220-8EFA-DF732DEDC108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3409050"/>
            <ns1:ext cx="1828800" cy="186900"/>
          </ns1:xfrm>
          <ns1:prstGeom prst="roundRect">
            <ns1:avLst>
              <ns1:gd name="adj" fmla="val 16667"/>
            </ns1:avLst>
          </ns1:prstGeom>
          <ns1:solidFill>
            <ns1:schemeClr val="accent4"/>
          </ns1:solidFill>
          <ns1:ln w="19050" cap="flat" cmpd="sng">
            <ns1:solidFill>
              <ns1:schemeClr val="accent4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Barlow Medium"/>
              <ns1:ea typeface="Barlow Medium"/>
              <ns1:cs typeface="Barlow Medium"/>
            </ns1:endParaRPr>
          </ns1:p>
        </ns0:txBody>
      </ns0:sp>
      <ns0:sp>
        <ns0:nvSpPr>
          <ns0:cNvPr id="775" name="Google Shape;775;p38">
            <ns1:extLst>
              <ns1:ext uri="{FF2B5EF4-FFF2-40B4-BE49-F238E27FC236}">
                <ns2:creationId id="{B452E869-D402-473B-BD92-B36C124941E9}"/>
              </ns1:ext>
            </ns1:extLst>
          </ns0:cNvPr>
          <ns0:cNvSpPr>
            <ns1:spLocks noGrp="1"/>
          </ns0:cNvSpPr>
          <ns0:nvPr/>
        </ns0:nvSpPr>
        <ns0:spPr>
          <ns1:xfrm>
            <ns1:off x="2660525" y="3409050"/>
            <ns1:ext cx="1828800" cy="186900"/>
          </ns1:xfrm>
          <ns1:prstGeom prst="roundRect">
            <ns1:avLst>
              <ns1:gd name="adj" fmla="val 16667"/>
            </ns1:avLst>
          </ns1:prstGeom>
          <ns1:solidFill>
            <ns1:schemeClr val="accent4"/>
          </ns1:solidFill>
          <ns1:ln w="19050" cap="flat" cmpd="sng">
            <ns1:solidFill>
              <ns1:schemeClr val="accent4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Barlow Medium"/>
              <ns1:ea typeface="Barlow Medium"/>
              <ns1:cs typeface="Barlow Medium"/>
            </ns1:endParaRPr>
          </ns1:p>
        </ns0:txBody>
      </ns0:sp>
      <ns0:sp>
        <ns0:nvSpPr>
          <ns0:cNvPr id="776" name="Google Shape;776;p38">
            <ns1:extLst>
              <ns1:ext uri="{FF2B5EF4-FFF2-40B4-BE49-F238E27FC236}">
                <ns2:creationId id="{ECE9D903-A83B-4F30-8D24-CCA361C02A3E}"/>
              </ns1:ext>
            </ns1:extLst>
          </ns0:cNvPr>
          <ns0:cNvSpPr>
            <ns1:spLocks noGrp="1"/>
          </ns0:cNvSpPr>
          <ns0:nvPr/>
        </ns0:nvSpPr>
        <ns0:spPr>
          <ns1:xfrm>
            <ns1:off x="4624425" y="3409050"/>
            <ns1:ext cx="1828800" cy="186900"/>
          </ns1:xfrm>
          <ns1:prstGeom prst="roundRect">
            <ns1:avLst>
              <ns1:gd name="adj" fmla="val 16667"/>
            </ns1:avLst>
          </ns1:prstGeom>
          <ns1:solidFill>
            <ns1:schemeClr val="accent4"/>
          </ns1:solidFill>
          <ns1:ln w="19050" cap="flat" cmpd="sng">
            <ns1:solidFill>
              <ns1:schemeClr val="accent4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Barlow Medium"/>
              <ns1:ea typeface="Barlow Medium"/>
              <ns1:cs typeface="Barlow Medium"/>
            </ns1:endParaRPr>
          </ns1:p>
        </ns0:txBody>
      </ns0:sp>
      <ns0:sp>
        <ns0:nvSpPr>
          <ns0:cNvPr id="777" name="Google Shape;777;p38">
            <ns1:extLst>
              <ns1:ext uri="{FF2B5EF4-FFF2-40B4-BE49-F238E27FC236}">
                <ns2:creationId id="{EE188BB9-6CA4-4518-81B3-E171638BCAF4}"/>
              </ns1:ext>
            </ns1:extLst>
          </ns0:cNvPr>
          <ns0:cNvSpPr>
            <ns1:spLocks noGrp="1"/>
          </ns0:cNvSpPr>
          <ns0:nvPr/>
        </ns0:nvSpPr>
        <ns0:spPr>
          <ns1:xfrm>
            <ns1:off x="6588325" y="3409050"/>
            <ns1:ext cx="1828800" cy="186900"/>
          </ns1:xfrm>
          <ns1:prstGeom prst="roundRect">
            <ns1:avLst>
              <ns1:gd name="adj" fmla="val 16667"/>
            </ns1:avLst>
          </ns1:prstGeom>
          <ns1:solidFill>
            <ns1:schemeClr val="accent4"/>
          </ns1:solidFill>
          <ns1:ln w="19050" cap="flat" cmpd="sng">
            <ns1:solidFill>
              <ns1:schemeClr val="accent4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Barlow Medium"/>
              <ns1:ea typeface="Barlow Medium"/>
              <ns1:cs typeface="Barlow Medium"/>
            </ns1:endParaRPr>
          </ns1:p>
        </ns0:txBody>
      </ns0:sp>
      <ns0:cxnSp>
        <ns0:nvCxnSpPr>
          <ns0:cNvPr id="778" name="Google Shape;778;p38">
            <ns1:extLst>
              <ns1:ext uri="{FF2B5EF4-FFF2-40B4-BE49-F238E27FC236}">
                <ns2:creationId id="{4DBAA21C-7740-4BD3-B2D3-4E52EA25980F}"/>
              </ns1:ext>
            </ns1:extLst>
          </ns0:cNvPr>
          <ns0:cNvCxnSpPr>
            <ns1:stCxn id="770" idx="3"/>
            <ns1:endCxn id="771" idx="1"/>
          </ns0:cNvCxnSpPr>
          <ns0:nvPr/>
        </ns0:nvCxnSpPr>
        <ns0:spPr>
          <ns1:xfrm>
            <ns1:off x="2548800" y="1692925"/>
            <ns1:ext cx="111600" cy="0"/>
          </ns1:xfrm>
          <ns1:prstGeom prst="straightConnector1">
            <ns1:avLst/>
          </ns1:prstGeom>
          <ns1:ln w="19050" cap="flat">
            <ns1:solidFill>
              <ns1:schemeClr val="accent4"/>
            </ns1:solidFill>
            <ns1:prstDash val="solid"/>
            <ns1:round/>
            <ns1:headEnd type="none" w="med" len="med"/>
            <ns1:tailEnd type="none" w="med" len="med"/>
          </ns1:ln>
        </ns0:spPr>
      </ns0:cxnSp>
      <ns0:cxnSp>
        <ns0:nvCxnSpPr>
          <ns0:cNvPr id="779" name="Google Shape;779;p38">
            <ns1:extLst>
              <ns1:ext uri="{FF2B5EF4-FFF2-40B4-BE49-F238E27FC236}">
                <ns2:creationId id="{273AF10E-A64D-4114-A2BB-25EA48A3B546}"/>
              </ns1:ext>
            </ns1:extLst>
          </ns0:cNvPr>
          <ns0:cNvCxnSpPr>
            <ns1:stCxn id="771" idx="3"/>
            <ns1:endCxn id="772" idx="1"/>
          </ns0:cNvCxnSpPr>
          <ns0:nvPr/>
        </ns0:nvCxnSpPr>
        <ns0:spPr>
          <ns1:xfrm>
            <ns1:off x="4489325" y="1692925"/>
            <ns1:ext cx="135000" cy="0"/>
          </ns1:xfrm>
          <ns1:prstGeom prst="straightConnector1">
            <ns1:avLst/>
          </ns1:prstGeom>
          <ns1:ln w="19050" cap="flat">
            <ns1:solidFill>
              <ns1:schemeClr val="accent4"/>
            </ns1:solidFill>
            <ns1:prstDash val="solid"/>
            <ns1:round/>
            <ns1:headEnd type="none" w="med" len="med"/>
            <ns1:tailEnd type="none" w="med" len="med"/>
          </ns1:ln>
        </ns0:spPr>
      </ns0:cxnSp>
      <ns0:cxnSp>
        <ns0:nvCxnSpPr>
          <ns0:cNvPr id="780" name="Google Shape;780;p38">
            <ns1:extLst>
              <ns1:ext uri="{FF2B5EF4-FFF2-40B4-BE49-F238E27FC236}">
                <ns2:creationId id="{7B05D245-8DC0-42D6-9A5D-FC8EB6A3A9B3}"/>
              </ns1:ext>
            </ns1:extLst>
          </ns0:cNvPr>
          <ns0:cNvCxnSpPr>
            <ns1:stCxn id="772" idx="3"/>
            <ns1:endCxn id="773" idx="1"/>
          </ns0:cNvCxnSpPr>
          <ns0:nvPr/>
        </ns0:nvCxnSpPr>
        <ns0:spPr>
          <ns1:xfrm>
            <ns1:off x="6453225" y="1692925"/>
            <ns1:ext cx="135000" cy="0"/>
          </ns1:xfrm>
          <ns1:prstGeom prst="straightConnector1">
            <ns1:avLst/>
          </ns1:prstGeom>
          <ns1:ln w="19050" cap="flat">
            <ns1:solidFill>
              <ns1:schemeClr val="accent4"/>
            </ns1:solidFill>
            <ns1:prstDash val="solid"/>
            <ns1:round/>
            <ns1:headEnd type="none" w="med" len="med"/>
            <ns1:tailEnd type="none" w="med" len="med"/>
          </ns1:ln>
        </ns0:spPr>
      </ns0:cxnSp>
      <ns0:cxnSp>
        <ns0:nvCxnSpPr>
          <ns0:cNvPr id="781" name="Google Shape;781;p38">
            <ns1:extLst>
              <ns1:ext uri="{FF2B5EF4-FFF2-40B4-BE49-F238E27FC236}">
                <ns2:creationId id="{705B79FF-DF0A-48B8-BE8F-A6FA95564CE9}"/>
              </ns1:ext>
            </ns1:extLst>
          </ns0:cNvPr>
          <ns0:cNvCxnSpPr>
            <ns1:stCxn id="765" idx="2"/>
            <ns1:endCxn id="774" idx="0"/>
          </ns0:cNvCxnSpPr>
          <ns0:nvPr/>
        </ns0:nvCxnSpPr>
        <ns0:spPr>
          <ns1:xfrm rot="0" flipH="1">
            <ns1:off x="1634425" y="2676525"/>
            <ns1:ext cx="5880800" cy="732550"/>
          </ns1:xfrm>
          <ns1:prstGeom prst="bentConnector4">
            <ns1:avLst>
              <ns1:gd name="adj1" fmla="val 0"/>
              <ns1:gd name="adj2" fmla="val 31206"/>
            </ns1:avLst>
          </ns1:prstGeom>
          <ns1:ln w="19050" cap="flat">
            <ns1:solidFill>
              <ns1:schemeClr val="accent4"/>
            </ns1:solidFill>
            <ns1:prstDash val="solid"/>
            <ns1:round/>
            <ns1:headEnd type="none" w="med" len="med"/>
            <ns1:tailEnd type="none" w="med" len="med"/>
          </ns1:ln>
        </ns0:spPr>
      </ns0:cxnSp>
      <ns0:cxnSp>
        <ns0:nvCxnSpPr>
          <ns0:cNvPr id="782" name="Google Shape;782;p38">
            <ns1:extLst>
              <ns1:ext uri="{FF2B5EF4-FFF2-40B4-BE49-F238E27FC236}">
                <ns2:creationId id="{5A1AB459-6190-425D-A472-67D1FE458B87}"/>
              </ns1:ext>
            </ns1:extLst>
          </ns0:cNvPr>
          <ns0:cNvCxnSpPr>
            <ns1:stCxn id="774" idx="3"/>
            <ns1:endCxn id="775" idx="1"/>
          </ns0:cNvCxnSpPr>
          <ns0:nvPr/>
        </ns0:nvCxnSpPr>
        <ns0:spPr>
          <ns1:xfrm>
            <ns1:off x="2548800" y="3502500"/>
            <ns1:ext cx="111600" cy="0"/>
          </ns1:xfrm>
          <ns1:prstGeom prst="straightConnector1">
            <ns1:avLst/>
          </ns1:prstGeom>
          <ns1:ln w="19050" cap="flat">
            <ns1:solidFill>
              <ns1:schemeClr val="accent4"/>
            </ns1:solidFill>
            <ns1:prstDash val="solid"/>
            <ns1:round/>
            <ns1:headEnd type="none" w="med" len="med"/>
            <ns1:tailEnd type="none" w="med" len="med"/>
          </ns1:ln>
        </ns0:spPr>
      </ns0:cxnSp>
      <ns0:cxnSp>
        <ns0:nvCxnSpPr>
          <ns0:cNvPr id="783" name="Google Shape;783;p38">
            <ns1:extLst>
              <ns1:ext uri="{FF2B5EF4-FFF2-40B4-BE49-F238E27FC236}">
                <ns2:creationId id="{916ADD6E-F356-4A03-A5EA-87266B7820EE}"/>
              </ns1:ext>
            </ns1:extLst>
          </ns0:cNvPr>
          <ns0:cNvCxnSpPr>
            <ns1:stCxn id="775" idx="3"/>
            <ns1:endCxn id="776" idx="1"/>
          </ns0:cNvCxnSpPr>
          <ns0:nvPr/>
        </ns0:nvCxnSpPr>
        <ns0:spPr>
          <ns1:xfrm>
            <ns1:off x="4489325" y="3502500"/>
            <ns1:ext cx="135000" cy="0"/>
          </ns1:xfrm>
          <ns1:prstGeom prst="straightConnector1">
            <ns1:avLst/>
          </ns1:prstGeom>
          <ns1:ln w="19050" cap="flat">
            <ns1:solidFill>
              <ns1:schemeClr val="accent4"/>
            </ns1:solidFill>
            <ns1:prstDash val="solid"/>
            <ns1:round/>
            <ns1:headEnd type="none" w="med" len="med"/>
            <ns1:tailEnd type="none" w="med" len="med"/>
          </ns1:ln>
        </ns0:spPr>
      </ns0:cxnSp>
      <ns0:cxnSp>
        <ns0:nvCxnSpPr>
          <ns0:cNvPr id="784" name="Google Shape;784;p38">
            <ns1:extLst>
              <ns1:ext uri="{FF2B5EF4-FFF2-40B4-BE49-F238E27FC236}">
                <ns2:creationId id="{80855D85-48F9-4AAC-85CA-346DB5BA03A7}"/>
              </ns1:ext>
            </ns1:extLst>
          </ns0:cNvPr>
          <ns0:cNvCxnSpPr>
            <ns1:stCxn id="776" idx="3"/>
            <ns1:endCxn id="777" idx="1"/>
          </ns0:cNvCxnSpPr>
          <ns0:nvPr/>
        </ns0:nvCxnSpPr>
        <ns0:spPr>
          <ns1:xfrm>
            <ns1:off x="6453225" y="3502500"/>
            <ns1:ext cx="135000" cy="0"/>
          </ns1:xfrm>
          <ns1:prstGeom prst="straightConnector1">
            <ns1:avLst/>
          </ns1:prstGeom>
          <ns1:ln w="19050" cap="flat">
            <ns1:solidFill>
              <ns1:schemeClr val="accent4"/>
            </ns1:solidFill>
            <ns1:prstDash val="solid"/>
            <ns1:round/>
            <ns1:headEnd type="none" w="med" len="med"/>
            <ns1:tailEnd type="none" w="med" len="med"/>
          </ns1:ln>
        </ns0:spPr>
      </ns0:cxnSp>
      <ns0:sp>
        <ns0:nvSpPr>
          <ns0:cNvPr id="786" name="Google Shape;786;p38">
            <ns1:extLst>
              <ns1:ext uri="{FF2B5EF4-FFF2-40B4-BE49-F238E27FC236}">
                <ns2:creationId id="{E87D0EBB-3DEF-4726-9647-5FCDDE6EC780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2943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787" name="Google Shape;787;p38">
            <ns1:extLst>
              <ns1:ext uri="{FF2B5EF4-FFF2-40B4-BE49-F238E27FC236}">
                <ns2:creationId id="{CE292726-DAD4-4218-A813-D885F4403354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2289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788" name="Google Shape;788;p38">
            <ns1:extLst>
              <ns1:ext uri="{FF2B5EF4-FFF2-40B4-BE49-F238E27FC236}">
                <ns2:creationId id="{66FAE0DF-46B7-4BD8-A9C3-F138F1349EFF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5147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789" name="Google Shape;789;p38">
            <ns1:extLst>
              <ns1:ext uri="{FF2B5EF4-FFF2-40B4-BE49-F238E27FC236}">
                <ns2:creationId id="{338DF22D-DAA7-4FC7-86B1-D78634768315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800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790" name="Google Shape;790;p38">
            <ns1:extLst>
              <ns1:ext uri="{FF2B5EF4-FFF2-40B4-BE49-F238E27FC236}">
                <ns2:creationId id="{50A8ECBF-E7D4-408B-ABE4-20FA2194F89C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086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791" name="Google Shape;791;p38">
            <ns1:extLst>
              <ns1:ext uri="{FF2B5EF4-FFF2-40B4-BE49-F238E27FC236}">
                <ns2:creationId id="{702DA097-9AB1-4C4B-B00D-D885753BEAF5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3719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792" name="Google Shape;792;p38">
            <ns1:extLst>
              <ns1:ext uri="{FF2B5EF4-FFF2-40B4-BE49-F238E27FC236}">
                <ns2:creationId id="{B3EFC4CA-F0CE-44F1-9700-5F77F03FD0ED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6577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793" name="Google Shape;793;p38">
            <ns1:extLst>
              <ns1:ext uri="{FF2B5EF4-FFF2-40B4-BE49-F238E27FC236}">
                <ns2:creationId id="{7D8DE7D0-1F2F-4CE9-9FAF-1220302F0BAD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943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794" name="Google Shape;794;p38">
            <ns1:extLst>
              <ns1:ext uri="{FF2B5EF4-FFF2-40B4-BE49-F238E27FC236}">
                <ns2:creationId id="{AD4E7830-DBC0-4B3B-9DCC-94383B7DC72D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229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795" name="Google Shape;795;p38">
            <ns1:extLst>
              <ns1:ext uri="{FF2B5EF4-FFF2-40B4-BE49-F238E27FC236}">
                <ns2:creationId id="{1B856548-CDF1-4067-9B8E-B5B7C5061FBF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5149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796" name="Google Shape;796;p38">
            <ns1:extLst>
              <ns1:ext uri="{FF2B5EF4-FFF2-40B4-BE49-F238E27FC236}">
                <ns2:creationId id="{51B4C353-F9BC-46A9-BAA7-CF81DAE1D02E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8007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797" name="Google Shape;797;p38">
            <ns1:extLst>
              <ns1:ext uri="{FF2B5EF4-FFF2-40B4-BE49-F238E27FC236}">
                <ns2:creationId id="{716C06E6-B8CB-432E-9417-2348C53E1260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086475" y="4724400"/>
            <ns1:ext cx="104775" cy="104775"/>
          </ns1:xfrm>
          <ns1:prstGeom prst="ellipse">
            <ns1:avLst/>
          </ns1:prstGeom>
          <ns1:solidFill>
            <ns1:srgbClr val="E6907D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798" name="Google Shape;798;p38">
            <ns1:extLst>
              <ns1:ext uri="{FF2B5EF4-FFF2-40B4-BE49-F238E27FC236}">
                <ns2:creationId id="{9E792FC9-960F-47FF-8EBE-19FDDE5F3EC3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372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799" name="Google Shape;799;p38">
            <ns1:extLst>
              <ns1:ext uri="{FF2B5EF4-FFF2-40B4-BE49-F238E27FC236}">
                <ns2:creationId id="{5A49B130-DA0E-44F2-9E5B-0D53E55BD7D1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828210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800" name="Google Shape;800;p38">
            <ns1:extLst>
              <ns1:ext uri="{FF2B5EF4-FFF2-40B4-BE49-F238E27FC236}">
                <ns2:creationId id="{4B4D2DEB-5025-42DD-82C3-6D4A52E49657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120302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801" name="Google Shape;801;p38">
            <ns1:extLst>
              <ns1:ext uri="{FF2B5EF4-FFF2-40B4-BE49-F238E27FC236}">
                <ns2:creationId id="{1A8CC433-B1D6-4A09-8DE7-F7A731F0C4DB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412393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802" name="Google Shape;802;p38">
            <ns1:extLst>
              <ns1:ext uri="{FF2B5EF4-FFF2-40B4-BE49-F238E27FC236}">
                <ns2:creationId id="{4646E88B-5178-4B54-B737-87BE760AA1A0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704485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803" name="Google Shape;803;p38">
            <ns1:extLst>
              <ns1:ext uri="{FF2B5EF4-FFF2-40B4-BE49-F238E27FC236}">
                <ns2:creationId id="{650FCE36-5F5E-4EFF-8C87-6A268E7FF0CA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996577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804" name="Google Shape;804;p38">
            <ns1:extLst>
              <ns1:ext uri="{FF2B5EF4-FFF2-40B4-BE49-F238E27FC236}">
                <ns2:creationId id="{E60BF9EF-0795-4933-9003-EE311C30DF49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7288669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805" name="Google Shape;805;p38">
            <ns1:extLst>
              <ns1:ext uri="{FF2B5EF4-FFF2-40B4-BE49-F238E27FC236}">
                <ns2:creationId id="{21242DD9-B044-4D46-BDC2-C3C67F810E00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2657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806" name="TextBox 805"/>
          <ns0:cNvSpPr txBox="1"/>
          <ns0:nvPr/>
        </ns0:nvSpPr>
        <ns0:spPr>
          <ns1:xfrm>
            <ns1:off x="6550000" y="4880000"/>
            <ns1:ext cx="2360000" cy="200000"/>
          </ns1:xfrm>
          <ns1:prstGeom prst="rect">
            <ns1:avLst/>
          </ns1:prstGeom>
          <ns1:noFill/>
        </ns0:spPr>
        <ns0:txBody>
          <ns1:bodyPr wrap="square" anchor="t" lIns="36576" rIns="36576" tIns="36576" bIns="36576">
            <ns1:spAutoFit/>
          </ns1:bodyPr>
          <ns1:lstStyle/>
          <ns1:p>
            <ns1:pPr algn="r">
              <ns1:lnSpc>
                <ns1:spcPct val="115000"/>
              </ns1:lnSpc>
              <ns1:spcAft>
                <ns1:spcPts val="400"/>
              </ns1:spcAft>
            </ns1:pPr>
            <ns1:r>
              <ns1:rPr sz="800" b="0">
                <ns1:solidFill>
                  <ns1:srgbClr val="5A6678"/>
                </ns1:solidFill>
                <ns1:ea typeface="微软雅黑"/>
              </ns1:rPr>
              <ns1:t>Campus Agent｜AIC-2026-15513467｜15/20</ns1:t>
            </ns1:r>
          </ns1:p>
        </ns0:txBody>
      </ns0:sp>
    </ns0:spTree>
    <ns0:extLst>
      <ns0:ext uri="{BB962C8B-B14F-4D97-AF65-F5344CB8AC3E}">
        <ns3:creationId val="1187787655"/>
      </ns0:ext>
    </ns0:extLst>
  </ns0:cSld>
</ns0:sld>
</file>

<file path=ppt/slides/slide1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978" name="Google Shape;978;p43">
            <ns1:extLst>
              <ns1:ext uri="{FF2B5EF4-FFF2-40B4-BE49-F238E27FC236}">
                <ns2:creationId id="{539970A6-FA99-46FC-A453-0DA7B8E0BABB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2943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979" name="Google Shape;979;p43">
            <ns1:extLst>
              <ns1:ext uri="{FF2B5EF4-FFF2-40B4-BE49-F238E27FC236}">
                <ns2:creationId id="{047BC035-093E-47A8-AD13-0A8BE4ED4DCD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2289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980" name="Google Shape;980;p43">
            <ns1:extLst>
              <ns1:ext uri="{FF2B5EF4-FFF2-40B4-BE49-F238E27FC236}">
                <ns2:creationId id="{921D6066-CB1B-421C-BE37-87B07AC3F2C9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5147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981" name="Google Shape;981;p43">
            <ns1:extLst>
              <ns1:ext uri="{FF2B5EF4-FFF2-40B4-BE49-F238E27FC236}">
                <ns2:creationId id="{D80A505D-EFD5-4F20-A3FF-7A13108ACA5B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3800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982" name="Google Shape;982;p43">
            <ns1:extLst>
              <ns1:ext uri="{FF2B5EF4-FFF2-40B4-BE49-F238E27FC236}">
                <ns2:creationId id="{6AAC4936-2FFE-4C22-8C22-79B4ED5F04BD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086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983" name="Google Shape;983;p43">
            <ns1:extLst>
              <ns1:ext uri="{FF2B5EF4-FFF2-40B4-BE49-F238E27FC236}">
                <ns2:creationId id="{74F8AF3B-234E-402F-8708-5B348478EB10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3719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984" name="Google Shape;984;p43">
            <ns1:extLst>
              <ns1:ext uri="{FF2B5EF4-FFF2-40B4-BE49-F238E27FC236}">
                <ns2:creationId id="{36631AD2-C4C4-4C69-AC77-F14BFD7E6EE1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6577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985" name="Google Shape;985;p43">
            <ns1:extLst>
              <ns1:ext uri="{FF2B5EF4-FFF2-40B4-BE49-F238E27FC236}">
                <ns2:creationId id="{8AF10A8B-BA98-4630-A0ED-52ECBEEDCAEA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4943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986" name="Google Shape;986;p43">
            <ns1:extLst>
              <ns1:ext uri="{FF2B5EF4-FFF2-40B4-BE49-F238E27FC236}">
                <ns2:creationId id="{16F8A328-2B41-48C3-B05A-7FF16C48C82E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2292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987" name="Google Shape;987;p43">
            <ns1:extLst>
              <ns1:ext uri="{FF2B5EF4-FFF2-40B4-BE49-F238E27FC236}">
                <ns2:creationId id="{B87C70A6-EAA0-4710-8150-8D457D8A565B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5149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988" name="Google Shape;988;p43">
            <ns1:extLst>
              <ns1:ext uri="{FF2B5EF4-FFF2-40B4-BE49-F238E27FC236}">
                <ns2:creationId id="{A7D06670-C483-4598-A9AB-7029309C64E8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80072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989" name="Google Shape;989;p43">
            <ns1:extLst>
              <ns1:ext uri="{FF2B5EF4-FFF2-40B4-BE49-F238E27FC236}">
                <ns2:creationId id="{4F110B92-72DE-4357-8D03-3F634B16B545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086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990" name="Google Shape;990;p43">
            <ns1:extLst>
              <ns1:ext uri="{FF2B5EF4-FFF2-40B4-BE49-F238E27FC236}">
                <ns2:creationId id="{06D4925D-78C5-4EC9-83E5-44BB64D81FE5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372225" y="4724400"/>
            <ns1:ext cx="104775" cy="104775"/>
          </ns1:xfrm>
          <ns1:prstGeom prst="ellipse">
            <ns1:avLst/>
          </ns1:prstGeom>
          <ns1:solidFill>
            <ns1:srgbClr val="E6907D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991" name="Google Shape;991;p43">
            <ns1:extLst>
              <ns1:ext uri="{FF2B5EF4-FFF2-40B4-BE49-F238E27FC236}">
                <ns2:creationId id="{63E79595-E405-43B0-B155-CD057A559DB2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5828210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992" name="Google Shape;992;p43">
            <ns1:extLst>
              <ns1:ext uri="{FF2B5EF4-FFF2-40B4-BE49-F238E27FC236}">
                <ns2:creationId id="{0FF73635-1597-4041-B62E-CFA93241C402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120302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993" name="Google Shape;993;p43">
            <ns1:extLst>
              <ns1:ext uri="{FF2B5EF4-FFF2-40B4-BE49-F238E27FC236}">
                <ns2:creationId id="{11CC1A25-5E04-43A8-8B82-6B56D70AEC11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412393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994" name="Google Shape;994;p43">
            <ns1:extLst>
              <ns1:ext uri="{FF2B5EF4-FFF2-40B4-BE49-F238E27FC236}">
                <ns2:creationId id="{402697D5-2057-40B0-8A00-E5339602F9B3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704485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995" name="Google Shape;995;p43">
            <ns1:extLst>
              <ns1:ext uri="{FF2B5EF4-FFF2-40B4-BE49-F238E27FC236}">
                <ns2:creationId id="{C06257FF-E4C4-4FD3-9AB5-788EFE4937C5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6996577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996" name="Google Shape;996;p43">
            <ns1:extLst>
              <ns1:ext uri="{FF2B5EF4-FFF2-40B4-BE49-F238E27FC236}">
                <ns2:creationId id="{E954AD75-CD5B-4623-A35C-DB2CE50CF323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7288669" y="4718600"/>
            <ns1:ext cx="116400" cy="116400"/>
          </ns1:xfrm>
          <ns1:prstGeom prst="ellipse">
            <ns1:avLst/>
          </ns1:prstGeom>
          <ns1:noFill/>
          <ns1:ln w="0">
            <ns1:noFill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997" name="Google Shape;997;p43">
            <ns1:extLst>
              <ns1:ext uri="{FF2B5EF4-FFF2-40B4-BE49-F238E27FC236}">
                <ns2:creationId id="{3B6FFECA-9C1A-46DD-9A41-1A2D71143B2B}"/>
              </ns1:ext>
            </ns1:extLst>
          </ns0:cNvPr>
          <ns0:cNvSpPr>
            <ns1:spLocks noGrp="1"/>
          </ns0:cNvSpPr>
          <ns0:nvPr/>
        </ns0:nvSpPr>
        <ns0:spPr>
          <ns1:xfrm rot="0" flipH="0" flipV="0">
            <ns1:off x="2657475" y="4724400"/>
            <ns1:ext cx="104775" cy="104775"/>
          </ns1:xfrm>
          <ns1:prstGeom prst="ellipse">
            <ns1:avLst/>
          </ns1:prstGeom>
          <ns1:solidFill>
            <ns1:srgbClr val="FCF6E7"/>
          </ns1:solidFill>
          <ns1:ln w="19050" cap="flat" cmpd="sng">
            <ns1:solidFill>
              <ns1:schemeClr val="accent1"/>
            </ns1:solidFill>
            <ns1:prstDash val="solid"/>
            <ns1:round/>
            <ns1:headEnd type="none" w="sm" len="sm"/>
            <ns1:tailEnd type="none" w="sm" len="sm"/>
          </ns1:ln>
        </ns0:spPr>
        <ns0:txBody>
          <ns1:bodyPr spcFirstLastPara="1" wrap="square" lIns="91425" tIns="91425" rIns="91425" bIns="91425" anchor="ctr">
            <ns1:noAutofit/>
          </ns1:bodyPr>
          <ns1:lstStyle/>
          <ns1:p>
            <ns1:pPr marL="0" lvl="0" indent="0" algn="ctr">
              <ns1:spcBef>
                <ns1:spcPts val="0"/>
              </ns1:spcBef>
              <ns1:spcAft>
                <ns1:spcPts val="0"/>
              </ns1:spcAft>
              <ns1:buNone/>
            </ns1:pPr>
            <ns1:r>
              <ns1:rPr>
                <ns1:ea typeface="微软雅黑"/>
              </ns1:rPr>
              <ns1:t/>
            </ns1:r>
            <ns1:endParaRPr>
              <ns1:latin typeface="Open Sans"/>
              <ns1:ea typeface="Open Sans"/>
              <ns1:cs typeface="Open Sans"/>
            </ns1:endParaRPr>
          </ns1:p>
        </ns0:txBody>
      </ns0:sp>
      <ns0:sp>
        <ns0:nvSpPr>
          <ns0:cNvPr id="998" name="">
            <ns1:extLst>
              <ns1:ext uri="{FF2B5EF4-FFF2-40B4-BE49-F238E27FC236}">
                <ns2:creationId id="{27C2BC48-36D4-4330-B10D-488BF77FBB94}"/>
              </ns1:ext>
            </ns1:extLst>
          </ns0:cNvPr>
          <ns0:cNvSpPr>
            <ns1:spLocks noGrp="1"/>
          </ns0:cNvSpPr>
          <ns0:nvPr/>
        </ns0:nvSpPr>
        <ns0:spPr>
          <ns1:xfrm>
            <ns1:off x="1143000" y="1190625"/>
            <ns1:ext cx="6858000" cy="79057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 algn="ctr">
              <ns1:defRPr sz="37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37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37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37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37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37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37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37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37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37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algn="ctr">
              <ns1:defRPr sz="3750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3750" b="1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自动化的自己</ns1:t>
            </ns1:r>
          </ns1:p>
        </ns0:txBody>
      </ns0:sp>
      <ns0:sp>
        <ns0:nvSpPr>
          <ns0:cNvPr id="999" name="">
            <ns1:extLst>
              <ns1:ext uri="{FF2B5EF4-FFF2-40B4-BE49-F238E27FC236}">
                <ns2:creationId id="{C303EF90-F49A-4D6F-AF21-6F0021C5CE85}"/>
              </ns1:ext>
            </ns1:extLst>
          </ns0:cNvPr>
          <ns0:cNvSpPr>
            <ns1:spLocks noGrp="1"/>
          </ns0:cNvSpPr>
          <ns0:nvPr/>
        </ns0:nvSpPr>
        <ns0:spPr>
          <ns1:xfrm>
            <ns1:off x="1143000" y="2219325"/>
            <ns1:ext cx="6858000" cy="4762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 algn="ctr">
              <ns1:defRPr sz="195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195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195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195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195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195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195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195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195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195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algn="ctr">
              <ns1:defRPr sz="1950" b="1">
                <ns1:solidFill>
                  <ns1:srgbClr val="538786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950" b="1">
                <ns1:solidFill>
                  <ns1:srgbClr val="538786"/>
                </ns1:solidFill>
                <ns1:latin typeface="Microsoft YaHei"/>
                <ns1:ea typeface="微软雅黑"/>
                <ns1:cs typeface="Microsoft YaHei"/>
              </ns1:rPr>
              <ns1:t>个人目标驱动，日常事务持续推进</ns1:t>
            </ns1:r>
          </ns1:p>
        </ns0:txBody>
      </ns0:sp>
      <ns0:sp>
        <ns0:nvSpPr>
          <ns0:cNvPr id="1000" name="">
            <ns1:extLst>
              <ns1:ext uri="{FF2B5EF4-FFF2-40B4-BE49-F238E27FC236}">
                <ns2:creationId id="{12EF8183-6FCC-4C5C-9B1D-43BA7B0B82B3}"/>
              </ns1:ext>
            </ns1:extLst>
          </ns0:cNvPr>
          <ns0:cNvSpPr>
            <ns1:spLocks noGrp="1"/>
          </ns0:cNvSpPr>
          <ns0:nvPr/>
        </ns0:nvSpPr>
        <ns0:spPr>
          <ns1:xfrm>
            <ns1:off x="1143000" y="2914650"/>
            <ns1:ext cx="6858000" cy="4191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 algn="ctr">
              <ns1:defRPr sz="2175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2175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2175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2175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2175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2175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2175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2175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2175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2175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algn="ctr">
              <ns1:defRPr sz="2175" b="1">
                <ns1:solidFill>
                  <ns1:srgbClr val="24282A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175" b="1">
                <ns1:solidFill>
                  <ns1:srgbClr val="24282A"/>
                </ns1:solidFill>
                <ns1:latin typeface="Microsoft YaHei"/>
                <ns1:ea typeface="微软雅黑"/>
                <ns1:cs typeface="Microsoft YaHei"/>
              </ns1:rPr>
              <ns1:t>Campus Agent</ns1:t>
            </ns1:r>
          </ns1:p>
        </ns0:txBody>
      </ns0:sp>
      <ns0:sp>
        <ns0:nvSpPr>
          <ns0:cNvPr id="1001" name="">
            <ns1:extLst>
              <ns1:ext uri="{FF2B5EF4-FFF2-40B4-BE49-F238E27FC236}">
                <ns2:creationId id="{E2A61D18-DBE1-4E94-AAEC-2C339D6D1A90}"/>
              </ns1:ext>
            </ns1:extLst>
          </ns0:cNvPr>
          <ns0:cNvSpPr>
            <ns1:spLocks noGrp="1"/>
          </ns0:cNvSpPr>
          <ns0:nvPr/>
        </ns0:nvSpPr>
        <ns0:spPr>
          <ns1:xfrm>
            <ns1:off x="1143000" y="3419475"/>
            <ns1:ext cx="6858000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t">
            <ns1:noAutofit/>
          </ns1:bodyPr>
          <ns1:lstStyle>
            <ns1:defPPr algn="ctr">
              <ns1:defRPr sz="1500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defPPr>
            <ns1:lvl1pPr algn="ctr">
              <ns1:defRPr sz="1500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1pPr>
            <ns1:lvl2pPr algn="ctr">
              <ns1:defRPr sz="1500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2pPr>
            <ns1:lvl3pPr algn="ctr">
              <ns1:defRPr sz="1500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3pPr>
            <ns1:lvl4pPr algn="ctr">
              <ns1:defRPr sz="1500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4pPr>
            <ns1:lvl5pPr algn="ctr">
              <ns1:defRPr sz="1500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5pPr>
            <ns1:lvl6pPr algn="ctr">
              <ns1:defRPr sz="1500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6pPr>
            <ns1:lvl7pPr algn="ctr">
              <ns1:defRPr sz="1500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7pPr>
            <ns1:lvl8pPr algn="ctr">
              <ns1:defRPr sz="1500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8pPr>
            <ns1:lvl9pPr algn="ctr">
              <ns1:defRPr sz="1500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lvl9pPr>
          </ns1:lstStyle>
          <ns1:p>
            <ns1:pPr algn="ctr">
              <ns1:defRPr sz="1500" b="0">
                <ns1:solidFill>
                  <ns1:srgbClr val="66716D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00" b="0">
                <ns1:solidFill>
                  <ns1:srgbClr val="66716D"/>
                </ns1:solidFill>
                <ns1:latin typeface="Microsoft YaHei"/>
                <ns1:ea typeface="微软雅黑"/>
                <ns1:cs typeface="Microsoft YaHei"/>
              </ns1:rPr>
              <ns1:t>面向校园场景的个人自动化智能体</ns1:t>
            </ns1:r>
          </ns1:p>
        </ns0:txBody>
      </ns0:sp>
      <ns0:sp>
        <ns0:nvSpPr>
          <ns0:cNvPr id="1002" name="TextBox 1001"/>
          <ns0:cNvSpPr txBox="1"/>
          <ns0:nvPr/>
        </ns0:nvSpPr>
        <ns0:spPr>
          <ns1:xfrm>
            <ns1:off x="6550000" y="4880000"/>
            <ns1:ext cx="2360000" cy="200000"/>
          </ns1:xfrm>
          <ns1:prstGeom prst="rect">
            <ns1:avLst/>
          </ns1:prstGeom>
          <ns1:noFill/>
        </ns0:spPr>
        <ns0:txBody>
          <ns1:bodyPr wrap="square" anchor="t" lIns="36576" rIns="36576" tIns="36576" bIns="36576">
            <ns1:spAutoFit/>
          </ns1:bodyPr>
          <ns1:lstStyle/>
          <ns1:p>
            <ns1:pPr algn="r">
              <ns1:lnSpc>
                <ns1:spcPct val="115000"/>
              </ns1:lnSpc>
              <ns1:spcAft>
                <ns1:spcPts val="400"/>
              </ns1:spcAft>
            </ns1:pPr>
            <ns1:r>
              <ns1:rPr sz="800" b="0">
                <ns1:solidFill>
                  <ns1:srgbClr val="5A6678"/>
                </ns1:solidFill>
                <ns1:ea typeface="微软雅黑"/>
              </ns1:rPr>
              <ns1:t>Campus Agent｜AIC-2026-15513467｜16/20</ns1:t>
            </ns1:r>
          </ns1:p>
        </ns0:txBody>
      </ns0:sp>
    </ns0:spTree>
    <ns0:extLst>
      <ns0:ext uri="{BB962C8B-B14F-4D97-AF65-F5344CB8AC3E}">
        <ns3:creationId val="1951714435"/>
      </ns0:ext>
    </ns0:extLst>
  </ns0:cSld>
</ns0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 xmlns:ns2="http://schemas.microsoft.com/office/drawing/2014/main">
        <p:nvSpPr>
          <p:cNvPr id="412" name="Google Shape;412;p30">
            <a:extLst>
              <a:ext uri="{FF2B5EF4-FFF2-40B4-BE49-F238E27FC236}">
                <ns2:creationId id="{3581DAE4-B6D1-4305-B8F1-9593290D774B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723900" y="638175"/>
            <a:ext cx="7715250" cy="504825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>
            <a:def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ea typeface="微软雅黑"/>
              </a:rPr>
              <a:t>附录 A｜开源底座与团队增量</a:t>
            </a:r>
            <a:endParaRPr/>
          </a:p>
        </p:txBody>
      </p:sp>
      <p:sp xmlns:ns2="http://schemas.microsoft.com/office/drawing/2014/main">
        <p:nvSpPr>
          <p:cNvPr id="413" name="Google Shape;413;p30">
            <a:extLst>
              <a:ext uri="{FF2B5EF4-FFF2-40B4-BE49-F238E27FC236}">
                <ns2:creationId id="{170973FB-1024-45C9-8181-63341B0833F0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2447925" y="1285875"/>
            <a:ext cx="5715000" cy="333375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>
            <a:def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ea typeface="微软雅黑"/>
              </a:rPr>
              <a:t>上游底座</a:t>
            </a:r>
            <a:endParaRPr/>
          </a:p>
        </p:txBody>
      </p:sp>
      <p:sp xmlns:ns2="http://schemas.microsoft.com/office/drawing/2014/main">
        <p:nvSpPr>
          <p:cNvPr id="414" name="Google Shape;414;p30">
            <a:extLst>
              <a:ext uri="{FF2B5EF4-FFF2-40B4-BE49-F238E27FC236}">
                <ns2:creationId id="{709F7D91-68EB-4D9D-866A-D564F69E164D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2447925" y="2333625"/>
            <a:ext cx="5715000" cy="333375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>
            <a:def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ea typeface="微软雅黑"/>
              </a:rPr>
              <a:t>团队增量</a:t>
            </a:r>
            <a:endParaRPr/>
          </a:p>
        </p:txBody>
      </p:sp>
      <p:sp xmlns:ns2="http://schemas.microsoft.com/office/drawing/2014/main">
        <p:nvSpPr>
          <p:cNvPr id="415" name="Google Shape;415;p30">
            <a:extLst>
              <a:ext uri="{FF2B5EF4-FFF2-40B4-BE49-F238E27FC236}">
                <ns2:creationId id="{06402B99-CDC8-4785-82C2-4D0A03083F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47925" y="1704975"/>
            <a:ext cx="5715000" cy="638175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>
            <a:def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ea typeface="微软雅黑"/>
              </a:rPr>
              <a:t>课表工程 MIT 许可，保留 Copyright (c) 2026 Tangent0712 署名</a:t>
            </a:r>
            <a:endParaRPr/>
          </a:p>
        </p:txBody>
      </p:sp>
      <p:sp xmlns:ns2="http://schemas.microsoft.com/office/drawing/2014/main">
        <p:nvSpPr>
          <p:cNvPr id="416" name="Google Shape;416;p30">
            <a:extLst>
              <a:ext uri="{FF2B5EF4-FFF2-40B4-BE49-F238E27FC236}">
                <ns2:creationId id="{C4FEB388-6FBA-4FE2-955C-5B529BA188BF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2447925" y="2752725"/>
            <a:ext cx="5715000" cy="638175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>
            <a:def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ea typeface="微软雅黑"/>
              </a:rPr>
              <a:t>提案校验、执行复核、计划缓存与预算治理、双端外壳与发行</a:t>
            </a:r>
            <a:endParaRPr/>
          </a:p>
        </p:txBody>
      </p:sp>
      <p:sp xmlns:ns2="http://schemas.microsoft.com/office/drawing/2014/main">
        <p:nvSpPr>
          <p:cNvPr id="417" name="Google Shape;417;p30">
            <a:extLst>
              <a:ext uri="{FF2B5EF4-FFF2-40B4-BE49-F238E27FC236}">
                <ns2:creationId id="{2F36911B-01D3-42D7-BA6E-97F1DB1380B4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2447925" y="3800475"/>
            <a:ext cx="5715000" cy="638175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>
            <a:def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ea typeface="微软雅黑"/>
              </a:rPr>
              <a:t>上游代码与基础模型不计为团队原创</a:t>
            </a:r>
            <a:endParaRPr/>
          </a:p>
        </p:txBody>
      </p:sp>
      <p:sp xmlns:ns2="http://schemas.microsoft.com/office/drawing/2014/main">
        <p:nvSpPr>
          <p:cNvPr id="418" name="Google Shape;418;p30">
            <a:extLst>
              <a:ext uri="{FF2B5EF4-FFF2-40B4-BE49-F238E27FC236}">
                <ns2:creationId id="{A083DD70-BC87-421C-8B16-0C1F9A03A9B2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2447925" y="3381375"/>
            <a:ext cx="5715000" cy="333375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>
            <a:def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ea typeface="微软雅黑"/>
              </a:rPr>
              <a:t>边界声明</a:t>
            </a:r>
            <a:endParaRPr/>
          </a:p>
        </p:txBody>
      </p:sp>
      <p:sp xmlns:ns2="http://schemas.microsoft.com/office/drawing/2014/main">
        <p:nvSpPr>
          <p:cNvPr id="420" name="Google Shape;420;p30">
            <a:extLst>
              <a:ext uri="{FF2B5EF4-FFF2-40B4-BE49-F238E27FC236}">
                <ns2:creationId id="{CA0169AA-A1F2-4277-9193-E84464FAF5D3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926338" y="1224956"/>
            <a:ext cx="295982" cy="208011"/>
          </a:xfrm>
          <a:custGeom>
            <a:rect l="l" t="t" r="r" b="b"/>
            <a:pathLst>
              <a:path w="561103" h="394334">
                <a:moveTo>
                  <a:pt x="545782" y="0"/>
                </a:moveTo>
                <a:lnTo>
                  <a:pt x="337185" y="0"/>
                </a:lnTo>
                <a:lnTo>
                  <a:pt x="297180" y="120015"/>
                </a:lnTo>
                <a:cubicBezTo>
                  <a:pt x="295275" y="126683"/>
                  <a:pt x="288607" y="131445"/>
                  <a:pt x="281940" y="131445"/>
                </a:cubicBezTo>
                <a:lnTo>
                  <a:pt x="0" y="131445"/>
                </a:lnTo>
                <a:lnTo>
                  <a:pt x="0" y="378142"/>
                </a:lnTo>
                <a:cubicBezTo>
                  <a:pt x="0" y="387667"/>
                  <a:pt x="7620" y="394335"/>
                  <a:pt x="16193" y="394335"/>
                </a:cubicBezTo>
                <a:lnTo>
                  <a:pt x="33338" y="394335"/>
                </a:lnTo>
                <a:lnTo>
                  <a:pt x="33338" y="213360"/>
                </a:lnTo>
                <a:cubicBezTo>
                  <a:pt x="33338" y="185738"/>
                  <a:pt x="55245" y="163830"/>
                  <a:pt x="82868" y="163830"/>
                </a:cubicBezTo>
                <a:lnTo>
                  <a:pt x="478155" y="163830"/>
                </a:lnTo>
                <a:cubicBezTo>
                  <a:pt x="505777" y="163830"/>
                  <a:pt x="527685" y="185738"/>
                  <a:pt x="527685" y="213360"/>
                </a:cubicBezTo>
                <a:lnTo>
                  <a:pt x="527685" y="394335"/>
                </a:lnTo>
                <a:lnTo>
                  <a:pt x="544830" y="394335"/>
                </a:lnTo>
                <a:cubicBezTo>
                  <a:pt x="554355" y="394335"/>
                  <a:pt x="561023" y="386715"/>
                  <a:pt x="561023" y="378142"/>
                </a:cubicBezTo>
                <a:lnTo>
                  <a:pt x="561023" y="16192"/>
                </a:lnTo>
                <a:cubicBezTo>
                  <a:pt x="561975" y="7620"/>
                  <a:pt x="554355" y="0"/>
                  <a:pt x="545782" y="0"/>
                </a:cubicBezTo>
                <a:lnTo>
                  <a:pt x="54578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21" name="Google Shape;421;p30">
            <a:extLst>
              <a:ext uri="{FF2B5EF4-FFF2-40B4-BE49-F238E27FC236}">
                <ns2:creationId id="{7D58F840-3765-4700-AC71-09BA5D34424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926842" y="1224956"/>
            <a:ext cx="159274" cy="52254"/>
          </a:xfrm>
          <a:custGeom>
            <a:rect l="l" t="t" r="r" b="b"/>
            <a:pathLst>
              <a:path w="301942" h="99059">
                <a:moveTo>
                  <a:pt x="268605" y="99060"/>
                </a:moveTo>
                <a:lnTo>
                  <a:pt x="301943" y="0"/>
                </a:lnTo>
                <a:lnTo>
                  <a:pt x="16193" y="0"/>
                </a:lnTo>
                <a:cubicBezTo>
                  <a:pt x="6668" y="0"/>
                  <a:pt x="0" y="7620"/>
                  <a:pt x="0" y="16192"/>
                </a:cubicBezTo>
                <a:lnTo>
                  <a:pt x="0" y="98108"/>
                </a:lnTo>
                <a:lnTo>
                  <a:pt x="268605" y="98108"/>
                </a:lnTo>
                <a:close/>
                <a:moveTo>
                  <a:pt x="214313" y="33338"/>
                </a:moveTo>
                <a:cubicBezTo>
                  <a:pt x="223838" y="33338"/>
                  <a:pt x="230505" y="40958"/>
                  <a:pt x="230505" y="49530"/>
                </a:cubicBezTo>
                <a:cubicBezTo>
                  <a:pt x="230505" y="58103"/>
                  <a:pt x="222885" y="65722"/>
                  <a:pt x="214313" y="65722"/>
                </a:cubicBezTo>
                <a:cubicBezTo>
                  <a:pt x="205740" y="65722"/>
                  <a:pt x="198120" y="58103"/>
                  <a:pt x="198120" y="49530"/>
                </a:cubicBezTo>
                <a:cubicBezTo>
                  <a:pt x="198120" y="40958"/>
                  <a:pt x="204788" y="33338"/>
                  <a:pt x="214313" y="33338"/>
                </a:cubicBezTo>
                <a:lnTo>
                  <a:pt x="214313" y="33338"/>
                </a:lnTo>
                <a:close/>
                <a:moveTo>
                  <a:pt x="148590" y="33338"/>
                </a:moveTo>
                <a:cubicBezTo>
                  <a:pt x="158115" y="33338"/>
                  <a:pt x="164783" y="40958"/>
                  <a:pt x="164783" y="49530"/>
                </a:cubicBezTo>
                <a:cubicBezTo>
                  <a:pt x="164783" y="58103"/>
                  <a:pt x="157163" y="65722"/>
                  <a:pt x="148590" y="65722"/>
                </a:cubicBezTo>
                <a:cubicBezTo>
                  <a:pt x="140018" y="65722"/>
                  <a:pt x="132398" y="58103"/>
                  <a:pt x="132398" y="49530"/>
                </a:cubicBezTo>
                <a:cubicBezTo>
                  <a:pt x="132398" y="40958"/>
                  <a:pt x="139065" y="33338"/>
                  <a:pt x="148590" y="33338"/>
                </a:cubicBezTo>
                <a:lnTo>
                  <a:pt x="148590" y="33338"/>
                </a:lnTo>
                <a:close/>
                <a:moveTo>
                  <a:pt x="82868" y="33338"/>
                </a:moveTo>
                <a:cubicBezTo>
                  <a:pt x="92393" y="33338"/>
                  <a:pt x="99060" y="40958"/>
                  <a:pt x="99060" y="49530"/>
                </a:cubicBezTo>
                <a:cubicBezTo>
                  <a:pt x="99060" y="58103"/>
                  <a:pt x="91440" y="65722"/>
                  <a:pt x="82868" y="65722"/>
                </a:cubicBezTo>
                <a:cubicBezTo>
                  <a:pt x="74295" y="65722"/>
                  <a:pt x="66675" y="58103"/>
                  <a:pt x="66675" y="49530"/>
                </a:cubicBezTo>
                <a:cubicBezTo>
                  <a:pt x="66675" y="40958"/>
                  <a:pt x="73343" y="33338"/>
                  <a:pt x="82868" y="33338"/>
                </a:cubicBezTo>
                <a:lnTo>
                  <a:pt x="82868" y="3333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22" name="Google Shape;422;p30">
            <a:extLst>
              <a:ext uri="{FF2B5EF4-FFF2-40B4-BE49-F238E27FC236}">
                <ns2:creationId id="{6DCD9D2F-36B1-41AF-B569-01653B99AF3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961591" y="1329202"/>
            <a:ext cx="225640" cy="173343"/>
          </a:xfrm>
          <a:custGeom>
            <a:rect l="l" t="t" r="r" b="b"/>
            <a:pathLst>
              <a:path w="427753" h="328612">
                <a:moveTo>
                  <a:pt x="411480" y="0"/>
                </a:moveTo>
                <a:lnTo>
                  <a:pt x="16193" y="0"/>
                </a:lnTo>
                <a:cubicBezTo>
                  <a:pt x="6668" y="0"/>
                  <a:pt x="0" y="7620"/>
                  <a:pt x="0" y="16192"/>
                </a:cubicBezTo>
                <a:lnTo>
                  <a:pt x="0" y="312420"/>
                </a:lnTo>
                <a:cubicBezTo>
                  <a:pt x="0" y="321945"/>
                  <a:pt x="7620" y="328613"/>
                  <a:pt x="16193" y="328613"/>
                </a:cubicBezTo>
                <a:lnTo>
                  <a:pt x="411480" y="328613"/>
                </a:lnTo>
                <a:cubicBezTo>
                  <a:pt x="421005" y="328613"/>
                  <a:pt x="427673" y="320992"/>
                  <a:pt x="427673" y="312420"/>
                </a:cubicBezTo>
                <a:lnTo>
                  <a:pt x="427673" y="16192"/>
                </a:lnTo>
                <a:cubicBezTo>
                  <a:pt x="428625" y="7620"/>
                  <a:pt x="421005" y="0"/>
                  <a:pt x="411480" y="0"/>
                </a:cubicBezTo>
                <a:lnTo>
                  <a:pt x="411480" y="0"/>
                </a:lnTo>
                <a:close/>
                <a:moveTo>
                  <a:pt x="313373" y="49530"/>
                </a:moveTo>
                <a:cubicBezTo>
                  <a:pt x="322898" y="49530"/>
                  <a:pt x="329565" y="57150"/>
                  <a:pt x="329565" y="65723"/>
                </a:cubicBezTo>
                <a:cubicBezTo>
                  <a:pt x="329565" y="74295"/>
                  <a:pt x="321945" y="81915"/>
                  <a:pt x="313373" y="81915"/>
                </a:cubicBezTo>
                <a:cubicBezTo>
                  <a:pt x="304800" y="81915"/>
                  <a:pt x="297180" y="74295"/>
                  <a:pt x="297180" y="65723"/>
                </a:cubicBezTo>
                <a:cubicBezTo>
                  <a:pt x="297180" y="57150"/>
                  <a:pt x="303848" y="49530"/>
                  <a:pt x="313373" y="49530"/>
                </a:cubicBezTo>
                <a:lnTo>
                  <a:pt x="313373" y="49530"/>
                </a:lnTo>
                <a:close/>
                <a:moveTo>
                  <a:pt x="247650" y="49530"/>
                </a:moveTo>
                <a:cubicBezTo>
                  <a:pt x="257175" y="49530"/>
                  <a:pt x="263843" y="57150"/>
                  <a:pt x="263843" y="65723"/>
                </a:cubicBezTo>
                <a:cubicBezTo>
                  <a:pt x="263843" y="74295"/>
                  <a:pt x="256223" y="81915"/>
                  <a:pt x="247650" y="81915"/>
                </a:cubicBezTo>
                <a:cubicBezTo>
                  <a:pt x="239077" y="81915"/>
                  <a:pt x="231457" y="74295"/>
                  <a:pt x="231457" y="65723"/>
                </a:cubicBezTo>
                <a:cubicBezTo>
                  <a:pt x="231457" y="57150"/>
                  <a:pt x="238125" y="49530"/>
                  <a:pt x="247650" y="49530"/>
                </a:cubicBezTo>
                <a:lnTo>
                  <a:pt x="247650" y="49530"/>
                </a:lnTo>
                <a:close/>
                <a:moveTo>
                  <a:pt x="230505" y="132398"/>
                </a:moveTo>
                <a:cubicBezTo>
                  <a:pt x="230505" y="141923"/>
                  <a:pt x="222885" y="148590"/>
                  <a:pt x="214313" y="148590"/>
                </a:cubicBezTo>
                <a:lnTo>
                  <a:pt x="115252" y="148590"/>
                </a:lnTo>
                <a:cubicBezTo>
                  <a:pt x="105727" y="148590"/>
                  <a:pt x="99060" y="140970"/>
                  <a:pt x="99060" y="132398"/>
                </a:cubicBezTo>
                <a:cubicBezTo>
                  <a:pt x="99060" y="123825"/>
                  <a:pt x="106680" y="116205"/>
                  <a:pt x="115252" y="116205"/>
                </a:cubicBezTo>
                <a:lnTo>
                  <a:pt x="214313" y="116205"/>
                </a:lnTo>
                <a:cubicBezTo>
                  <a:pt x="223838" y="115253"/>
                  <a:pt x="230505" y="122873"/>
                  <a:pt x="230505" y="132398"/>
                </a:cubicBezTo>
                <a:lnTo>
                  <a:pt x="230505" y="132398"/>
                </a:lnTo>
                <a:close/>
                <a:moveTo>
                  <a:pt x="82868" y="49530"/>
                </a:moveTo>
                <a:lnTo>
                  <a:pt x="180975" y="49530"/>
                </a:lnTo>
                <a:cubicBezTo>
                  <a:pt x="190500" y="49530"/>
                  <a:pt x="197168" y="57150"/>
                  <a:pt x="197168" y="65723"/>
                </a:cubicBezTo>
                <a:cubicBezTo>
                  <a:pt x="197168" y="74295"/>
                  <a:pt x="189548" y="81915"/>
                  <a:pt x="180975" y="81915"/>
                </a:cubicBezTo>
                <a:lnTo>
                  <a:pt x="81915" y="81915"/>
                </a:lnTo>
                <a:cubicBezTo>
                  <a:pt x="72390" y="81915"/>
                  <a:pt x="65723" y="74295"/>
                  <a:pt x="65723" y="65723"/>
                </a:cubicBezTo>
                <a:cubicBezTo>
                  <a:pt x="65723" y="57150"/>
                  <a:pt x="73343" y="49530"/>
                  <a:pt x="82868" y="49530"/>
                </a:cubicBezTo>
                <a:lnTo>
                  <a:pt x="82868" y="49530"/>
                </a:lnTo>
                <a:close/>
                <a:moveTo>
                  <a:pt x="82868" y="181928"/>
                </a:moveTo>
                <a:cubicBezTo>
                  <a:pt x="92393" y="181928"/>
                  <a:pt x="99060" y="189548"/>
                  <a:pt x="99060" y="198120"/>
                </a:cubicBezTo>
                <a:cubicBezTo>
                  <a:pt x="99060" y="206692"/>
                  <a:pt x="91440" y="214313"/>
                  <a:pt x="82868" y="214313"/>
                </a:cubicBezTo>
                <a:cubicBezTo>
                  <a:pt x="74295" y="214313"/>
                  <a:pt x="66675" y="206692"/>
                  <a:pt x="66675" y="198120"/>
                </a:cubicBezTo>
                <a:cubicBezTo>
                  <a:pt x="66675" y="189548"/>
                  <a:pt x="73343" y="181928"/>
                  <a:pt x="82868" y="181928"/>
                </a:cubicBezTo>
                <a:lnTo>
                  <a:pt x="82868" y="181928"/>
                </a:lnTo>
                <a:close/>
                <a:moveTo>
                  <a:pt x="180975" y="280035"/>
                </a:moveTo>
                <a:lnTo>
                  <a:pt x="81915" y="280035"/>
                </a:lnTo>
                <a:cubicBezTo>
                  <a:pt x="72390" y="280035"/>
                  <a:pt x="65723" y="272415"/>
                  <a:pt x="65723" y="263842"/>
                </a:cubicBezTo>
                <a:cubicBezTo>
                  <a:pt x="65723" y="255270"/>
                  <a:pt x="73343" y="247650"/>
                  <a:pt x="81915" y="247650"/>
                </a:cubicBezTo>
                <a:lnTo>
                  <a:pt x="180975" y="247650"/>
                </a:lnTo>
                <a:cubicBezTo>
                  <a:pt x="190500" y="247650"/>
                  <a:pt x="197168" y="255270"/>
                  <a:pt x="197168" y="263842"/>
                </a:cubicBezTo>
                <a:cubicBezTo>
                  <a:pt x="197168" y="272415"/>
                  <a:pt x="190500" y="280035"/>
                  <a:pt x="180975" y="280035"/>
                </a:cubicBezTo>
                <a:lnTo>
                  <a:pt x="180975" y="280035"/>
                </a:lnTo>
                <a:close/>
                <a:moveTo>
                  <a:pt x="214313" y="214313"/>
                </a:moveTo>
                <a:lnTo>
                  <a:pt x="148590" y="214313"/>
                </a:lnTo>
                <a:cubicBezTo>
                  <a:pt x="139065" y="214313"/>
                  <a:pt x="132398" y="206692"/>
                  <a:pt x="132398" y="198120"/>
                </a:cubicBezTo>
                <a:cubicBezTo>
                  <a:pt x="132398" y="189548"/>
                  <a:pt x="140018" y="181928"/>
                  <a:pt x="148590" y="181928"/>
                </a:cubicBezTo>
                <a:lnTo>
                  <a:pt x="214313" y="181928"/>
                </a:lnTo>
                <a:cubicBezTo>
                  <a:pt x="223838" y="181928"/>
                  <a:pt x="230505" y="189548"/>
                  <a:pt x="230505" y="198120"/>
                </a:cubicBezTo>
                <a:cubicBezTo>
                  <a:pt x="230505" y="206692"/>
                  <a:pt x="223838" y="214313"/>
                  <a:pt x="214313" y="214313"/>
                </a:cubicBezTo>
                <a:lnTo>
                  <a:pt x="214313" y="214313"/>
                </a:lnTo>
                <a:close/>
                <a:moveTo>
                  <a:pt x="313373" y="280035"/>
                </a:moveTo>
                <a:lnTo>
                  <a:pt x="247650" y="280035"/>
                </a:lnTo>
                <a:cubicBezTo>
                  <a:pt x="238125" y="280035"/>
                  <a:pt x="231457" y="272415"/>
                  <a:pt x="231457" y="263842"/>
                </a:cubicBezTo>
                <a:cubicBezTo>
                  <a:pt x="231457" y="255270"/>
                  <a:pt x="239077" y="247650"/>
                  <a:pt x="247650" y="247650"/>
                </a:cubicBezTo>
                <a:lnTo>
                  <a:pt x="313373" y="247650"/>
                </a:lnTo>
                <a:cubicBezTo>
                  <a:pt x="322898" y="247650"/>
                  <a:pt x="329565" y="255270"/>
                  <a:pt x="329565" y="263842"/>
                </a:cubicBezTo>
                <a:cubicBezTo>
                  <a:pt x="329565" y="272415"/>
                  <a:pt x="321945" y="280035"/>
                  <a:pt x="313373" y="280035"/>
                </a:cubicBezTo>
                <a:lnTo>
                  <a:pt x="313373" y="280035"/>
                </a:lnTo>
                <a:close/>
                <a:moveTo>
                  <a:pt x="345757" y="214313"/>
                </a:moveTo>
                <a:lnTo>
                  <a:pt x="280035" y="214313"/>
                </a:lnTo>
                <a:cubicBezTo>
                  <a:pt x="270510" y="214313"/>
                  <a:pt x="263843" y="206692"/>
                  <a:pt x="263843" y="198120"/>
                </a:cubicBezTo>
                <a:cubicBezTo>
                  <a:pt x="263843" y="189548"/>
                  <a:pt x="271463" y="181928"/>
                  <a:pt x="280035" y="181928"/>
                </a:cubicBezTo>
                <a:lnTo>
                  <a:pt x="345757" y="181928"/>
                </a:lnTo>
                <a:cubicBezTo>
                  <a:pt x="355282" y="181928"/>
                  <a:pt x="361950" y="189548"/>
                  <a:pt x="361950" y="198120"/>
                </a:cubicBezTo>
                <a:cubicBezTo>
                  <a:pt x="361950" y="206692"/>
                  <a:pt x="355282" y="214313"/>
                  <a:pt x="345757" y="214313"/>
                </a:cubicBezTo>
                <a:lnTo>
                  <a:pt x="345757" y="21431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24" name="Google Shape;424;p30">
            <a:extLst>
              <a:ext uri="{FF2B5EF4-FFF2-40B4-BE49-F238E27FC236}">
                <ns2:creationId id="{62CF1A50-B247-41D7-8C17-E66AD6682E30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030780" y="2416656"/>
            <a:ext cx="17585" cy="52254"/>
          </a:xfrm>
          <a:custGeom>
            <a:rect l="l" t="t" r="r" b="b"/>
            <a:pathLst>
              <a:path w="33337" h="99059">
                <a:moveTo>
                  <a:pt x="0" y="0"/>
                </a:moveTo>
                <a:lnTo>
                  <a:pt x="33338" y="0"/>
                </a:lnTo>
                <a:lnTo>
                  <a:pt x="33338" y="99060"/>
                </a:lnTo>
                <a:lnTo>
                  <a:pt x="0" y="9906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25" name="Google Shape;425;p30">
            <a:extLst>
              <a:ext uri="{FF2B5EF4-FFF2-40B4-BE49-F238E27FC236}">
                <ns2:creationId id="{CC6225CF-802C-41C1-B2E1-5EB705C25CFC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066032" y="2399030"/>
            <a:ext cx="17585" cy="69337"/>
          </a:xfrm>
          <a:custGeom>
            <a:rect l="l" t="t" r="r" b="b"/>
            <a:pathLst>
              <a:path w="33337" h="131445">
                <a:moveTo>
                  <a:pt x="0" y="0"/>
                </a:moveTo>
                <a:lnTo>
                  <a:pt x="33338" y="0"/>
                </a:lnTo>
                <a:lnTo>
                  <a:pt x="33338" y="131445"/>
                </a:lnTo>
                <a:lnTo>
                  <a:pt x="0" y="13144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26" name="Google Shape;426;p30">
            <a:extLst>
              <a:ext uri="{FF2B5EF4-FFF2-40B4-BE49-F238E27FC236}">
                <ns2:creationId id="{0459F57A-7AC8-4A4A-BA6C-FB30486D1AE6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100781" y="2451405"/>
            <a:ext cx="17585" cy="17585"/>
          </a:xfrm>
          <a:custGeom>
            <a:rect l="l" t="t" r="r" b="b"/>
            <a:pathLst>
              <a:path w="33337" h="33337">
                <a:moveTo>
                  <a:pt x="0" y="0"/>
                </a:moveTo>
                <a:lnTo>
                  <a:pt x="33337" y="0"/>
                </a:lnTo>
                <a:lnTo>
                  <a:pt x="33337" y="33337"/>
                </a:lnTo>
                <a:lnTo>
                  <a:pt x="0" y="3333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27" name="Google Shape;427;p30">
            <a:extLst>
              <a:ext uri="{FF2B5EF4-FFF2-40B4-BE49-F238E27FC236}">
                <ns2:creationId id="{21D4F05F-0CC1-4C45-A69F-E23BFA2CE58C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961282" y="2329029"/>
            <a:ext cx="226100" cy="296442"/>
          </a:xfrm>
          <a:custGeom>
            <a:rect l="l" t="t" r="r" b="b"/>
            <a:pathLst>
              <a:path w="428625" h="561975">
                <a:moveTo>
                  <a:pt x="428625" y="215265"/>
                </a:moveTo>
                <a:cubicBezTo>
                  <a:pt x="428625" y="96203"/>
                  <a:pt x="332423" y="0"/>
                  <a:pt x="214313" y="0"/>
                </a:cubicBezTo>
                <a:cubicBezTo>
                  <a:pt x="96203" y="0"/>
                  <a:pt x="0" y="96203"/>
                  <a:pt x="0" y="215265"/>
                </a:cubicBezTo>
                <a:cubicBezTo>
                  <a:pt x="0" y="366713"/>
                  <a:pt x="109538" y="480060"/>
                  <a:pt x="166688" y="529590"/>
                </a:cubicBezTo>
                <a:lnTo>
                  <a:pt x="82868" y="529590"/>
                </a:lnTo>
                <a:cubicBezTo>
                  <a:pt x="73343" y="529590"/>
                  <a:pt x="66675" y="537210"/>
                  <a:pt x="66675" y="545782"/>
                </a:cubicBezTo>
                <a:cubicBezTo>
                  <a:pt x="66675" y="555307"/>
                  <a:pt x="74295" y="561975"/>
                  <a:pt x="82868" y="561975"/>
                </a:cubicBezTo>
                <a:lnTo>
                  <a:pt x="346710" y="561975"/>
                </a:lnTo>
                <a:cubicBezTo>
                  <a:pt x="356235" y="561975"/>
                  <a:pt x="362903" y="554355"/>
                  <a:pt x="362903" y="545782"/>
                </a:cubicBezTo>
                <a:cubicBezTo>
                  <a:pt x="362903" y="536257"/>
                  <a:pt x="355283" y="529590"/>
                  <a:pt x="346710" y="529590"/>
                </a:cubicBezTo>
                <a:lnTo>
                  <a:pt x="262890" y="529590"/>
                </a:lnTo>
                <a:cubicBezTo>
                  <a:pt x="319088" y="480060"/>
                  <a:pt x="428625" y="365760"/>
                  <a:pt x="428625" y="215265"/>
                </a:cubicBezTo>
                <a:lnTo>
                  <a:pt x="428625" y="215265"/>
                </a:lnTo>
                <a:close/>
                <a:moveTo>
                  <a:pt x="115253" y="297180"/>
                </a:moveTo>
                <a:cubicBezTo>
                  <a:pt x="105728" y="297180"/>
                  <a:pt x="99060" y="289560"/>
                  <a:pt x="99060" y="280988"/>
                </a:cubicBezTo>
                <a:cubicBezTo>
                  <a:pt x="99060" y="280988"/>
                  <a:pt x="99060" y="193357"/>
                  <a:pt x="99060" y="149543"/>
                </a:cubicBezTo>
                <a:cubicBezTo>
                  <a:pt x="99060" y="140018"/>
                  <a:pt x="106680" y="133350"/>
                  <a:pt x="115253" y="133350"/>
                </a:cubicBezTo>
                <a:lnTo>
                  <a:pt x="164783" y="133350"/>
                </a:lnTo>
                <a:lnTo>
                  <a:pt x="164783" y="117157"/>
                </a:lnTo>
                <a:cubicBezTo>
                  <a:pt x="164783" y="107632"/>
                  <a:pt x="172403" y="100965"/>
                  <a:pt x="180975" y="100965"/>
                </a:cubicBezTo>
                <a:lnTo>
                  <a:pt x="246698" y="100965"/>
                </a:lnTo>
                <a:cubicBezTo>
                  <a:pt x="256223" y="100965"/>
                  <a:pt x="262890" y="108585"/>
                  <a:pt x="262890" y="117157"/>
                </a:cubicBezTo>
                <a:lnTo>
                  <a:pt x="262890" y="199072"/>
                </a:lnTo>
                <a:lnTo>
                  <a:pt x="312420" y="199072"/>
                </a:lnTo>
                <a:cubicBezTo>
                  <a:pt x="321945" y="199072"/>
                  <a:pt x="328613" y="206693"/>
                  <a:pt x="328613" y="215265"/>
                </a:cubicBezTo>
                <a:lnTo>
                  <a:pt x="328613" y="280988"/>
                </a:lnTo>
                <a:cubicBezTo>
                  <a:pt x="328613" y="290513"/>
                  <a:pt x="320993" y="297180"/>
                  <a:pt x="312420" y="297180"/>
                </a:cubicBezTo>
                <a:lnTo>
                  <a:pt x="115253" y="29718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29" name="Google Shape;429;p30">
            <a:extLst>
              <a:ext uri="{FF2B5EF4-FFF2-40B4-BE49-F238E27FC236}">
                <ns2:creationId id="{EE18F6A4-07E0-4242-9335-A7DF4B111576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961521" y="3451922"/>
            <a:ext cx="225601" cy="176722"/>
          </a:xfrm>
          <a:custGeom>
            <a:rect l="l" t="t" r="r" b="b"/>
            <a:pathLst>
              <a:path w="427679" h="335018">
                <a:moveTo>
                  <a:pt x="214313" y="0"/>
                </a:moveTo>
                <a:cubicBezTo>
                  <a:pt x="96203" y="0"/>
                  <a:pt x="0" y="96203"/>
                  <a:pt x="0" y="214313"/>
                </a:cubicBezTo>
                <a:cubicBezTo>
                  <a:pt x="0" y="254318"/>
                  <a:pt x="11430" y="293370"/>
                  <a:pt x="32385" y="327660"/>
                </a:cubicBezTo>
                <a:cubicBezTo>
                  <a:pt x="37148" y="335280"/>
                  <a:pt x="47625" y="337185"/>
                  <a:pt x="55245" y="332422"/>
                </a:cubicBezTo>
                <a:cubicBezTo>
                  <a:pt x="62865" y="327660"/>
                  <a:pt x="65723" y="317182"/>
                  <a:pt x="60008" y="309563"/>
                </a:cubicBezTo>
                <a:cubicBezTo>
                  <a:pt x="41910" y="280988"/>
                  <a:pt x="32385" y="247650"/>
                  <a:pt x="32385" y="213360"/>
                </a:cubicBezTo>
                <a:cubicBezTo>
                  <a:pt x="32385" y="113347"/>
                  <a:pt x="113348" y="32385"/>
                  <a:pt x="213360" y="32385"/>
                </a:cubicBezTo>
                <a:cubicBezTo>
                  <a:pt x="313373" y="32385"/>
                  <a:pt x="394335" y="113347"/>
                  <a:pt x="394335" y="213360"/>
                </a:cubicBezTo>
                <a:cubicBezTo>
                  <a:pt x="394335" y="241935"/>
                  <a:pt x="387668" y="268605"/>
                  <a:pt x="375285" y="294322"/>
                </a:cubicBezTo>
                <a:cubicBezTo>
                  <a:pt x="371475" y="302895"/>
                  <a:pt x="374333" y="312420"/>
                  <a:pt x="382905" y="316230"/>
                </a:cubicBezTo>
                <a:cubicBezTo>
                  <a:pt x="390525" y="320040"/>
                  <a:pt x="401003" y="317182"/>
                  <a:pt x="404813" y="308610"/>
                </a:cubicBezTo>
                <a:cubicBezTo>
                  <a:pt x="420053" y="279082"/>
                  <a:pt x="427673" y="246697"/>
                  <a:pt x="427673" y="212407"/>
                </a:cubicBezTo>
                <a:cubicBezTo>
                  <a:pt x="428625" y="96203"/>
                  <a:pt x="332423" y="0"/>
                  <a:pt x="214313" y="0"/>
                </a:cubicBezTo>
                <a:lnTo>
                  <a:pt x="21431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30" name="Google Shape;430;p30">
            <a:extLst>
              <a:ext uri="{FF2B5EF4-FFF2-40B4-BE49-F238E27FC236}">
                <ns2:creationId id="{4782F47C-80DB-4131-9B85-951B31F6E763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995767" y="3486167"/>
            <a:ext cx="156762" cy="123463"/>
          </a:xfrm>
          <a:custGeom>
            <a:rect l="l" t="t" r="r" b="b"/>
            <a:pathLst>
              <a:path w="297179" h="234054">
                <a:moveTo>
                  <a:pt x="260032" y="222885"/>
                </a:moveTo>
                <a:cubicBezTo>
                  <a:pt x="268605" y="226695"/>
                  <a:pt x="278130" y="223838"/>
                  <a:pt x="281940" y="215265"/>
                </a:cubicBezTo>
                <a:cubicBezTo>
                  <a:pt x="292417" y="194310"/>
                  <a:pt x="297180" y="172403"/>
                  <a:pt x="297180" y="148590"/>
                </a:cubicBezTo>
                <a:cubicBezTo>
                  <a:pt x="297180" y="66675"/>
                  <a:pt x="230505" y="0"/>
                  <a:pt x="148590" y="0"/>
                </a:cubicBezTo>
                <a:cubicBezTo>
                  <a:pt x="66675" y="0"/>
                  <a:pt x="0" y="66675"/>
                  <a:pt x="0" y="148590"/>
                </a:cubicBezTo>
                <a:cubicBezTo>
                  <a:pt x="0" y="176213"/>
                  <a:pt x="7620" y="203835"/>
                  <a:pt x="22860" y="226695"/>
                </a:cubicBezTo>
                <a:cubicBezTo>
                  <a:pt x="27622" y="234315"/>
                  <a:pt x="38100" y="236220"/>
                  <a:pt x="45720" y="231458"/>
                </a:cubicBezTo>
                <a:cubicBezTo>
                  <a:pt x="53340" y="226695"/>
                  <a:pt x="56197" y="216218"/>
                  <a:pt x="50482" y="208598"/>
                </a:cubicBezTo>
                <a:cubicBezTo>
                  <a:pt x="39052" y="190500"/>
                  <a:pt x="33338" y="169545"/>
                  <a:pt x="33338" y="147638"/>
                </a:cubicBezTo>
                <a:cubicBezTo>
                  <a:pt x="33338" y="83820"/>
                  <a:pt x="84772" y="32385"/>
                  <a:pt x="148590" y="32385"/>
                </a:cubicBezTo>
                <a:cubicBezTo>
                  <a:pt x="212407" y="32385"/>
                  <a:pt x="263842" y="83820"/>
                  <a:pt x="263842" y="147638"/>
                </a:cubicBezTo>
                <a:cubicBezTo>
                  <a:pt x="263842" y="165735"/>
                  <a:pt x="260032" y="182880"/>
                  <a:pt x="251460" y="199073"/>
                </a:cubicBezTo>
                <a:cubicBezTo>
                  <a:pt x="248602" y="208598"/>
                  <a:pt x="251460" y="219075"/>
                  <a:pt x="260032" y="222885"/>
                </a:cubicBezTo>
                <a:lnTo>
                  <a:pt x="260032" y="22288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31" name="Google Shape;431;p30">
            <a:extLst>
              <a:ext uri="{FF2B5EF4-FFF2-40B4-BE49-F238E27FC236}">
                <ns2:creationId id="{D1D8405D-2413-4451-8711-A76C3BFF00A1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980155" y="3521923"/>
            <a:ext cx="189923" cy="226100"/>
          </a:xfrm>
          <a:custGeom>
            <a:rect l="l" t="t" r="r" b="b"/>
            <a:pathLst>
              <a:path w="360044" h="428625">
                <a:moveTo>
                  <a:pt x="343853" y="396240"/>
                </a:moveTo>
                <a:lnTo>
                  <a:pt x="321945" y="396240"/>
                </a:lnTo>
                <a:cubicBezTo>
                  <a:pt x="320040" y="391478"/>
                  <a:pt x="209550" y="141922"/>
                  <a:pt x="215265" y="155258"/>
                </a:cubicBezTo>
                <a:cubicBezTo>
                  <a:pt x="242888" y="141922"/>
                  <a:pt x="261938" y="114300"/>
                  <a:pt x="261938" y="81915"/>
                </a:cubicBezTo>
                <a:cubicBezTo>
                  <a:pt x="261938" y="36195"/>
                  <a:pt x="224790" y="0"/>
                  <a:pt x="180023" y="0"/>
                </a:cubicBezTo>
                <a:cubicBezTo>
                  <a:pt x="135255" y="0"/>
                  <a:pt x="98107" y="37147"/>
                  <a:pt x="98107" y="81915"/>
                </a:cubicBezTo>
                <a:cubicBezTo>
                  <a:pt x="98107" y="114300"/>
                  <a:pt x="117157" y="141922"/>
                  <a:pt x="144780" y="155258"/>
                </a:cubicBezTo>
                <a:cubicBezTo>
                  <a:pt x="141923" y="160972"/>
                  <a:pt x="37148" y="400050"/>
                  <a:pt x="38100" y="396240"/>
                </a:cubicBezTo>
                <a:lnTo>
                  <a:pt x="16193" y="396240"/>
                </a:lnTo>
                <a:cubicBezTo>
                  <a:pt x="6668" y="396240"/>
                  <a:pt x="0" y="403860"/>
                  <a:pt x="0" y="412433"/>
                </a:cubicBezTo>
                <a:cubicBezTo>
                  <a:pt x="0" y="421005"/>
                  <a:pt x="7620" y="428625"/>
                  <a:pt x="16193" y="428625"/>
                </a:cubicBezTo>
                <a:lnTo>
                  <a:pt x="81915" y="428625"/>
                </a:lnTo>
                <a:cubicBezTo>
                  <a:pt x="91440" y="428625"/>
                  <a:pt x="98107" y="421005"/>
                  <a:pt x="98107" y="412433"/>
                </a:cubicBezTo>
                <a:cubicBezTo>
                  <a:pt x="98107" y="403860"/>
                  <a:pt x="90488" y="396240"/>
                  <a:pt x="81915" y="396240"/>
                </a:cubicBezTo>
                <a:lnTo>
                  <a:pt x="74295" y="396240"/>
                </a:lnTo>
                <a:lnTo>
                  <a:pt x="88582" y="360997"/>
                </a:lnTo>
                <a:lnTo>
                  <a:pt x="272415" y="360997"/>
                </a:lnTo>
                <a:lnTo>
                  <a:pt x="286703" y="396240"/>
                </a:lnTo>
                <a:lnTo>
                  <a:pt x="278130" y="396240"/>
                </a:lnTo>
                <a:cubicBezTo>
                  <a:pt x="268605" y="396240"/>
                  <a:pt x="261938" y="403860"/>
                  <a:pt x="261938" y="412433"/>
                </a:cubicBezTo>
                <a:cubicBezTo>
                  <a:pt x="261938" y="421005"/>
                  <a:pt x="269557" y="428625"/>
                  <a:pt x="278130" y="428625"/>
                </a:cubicBezTo>
                <a:lnTo>
                  <a:pt x="343853" y="428625"/>
                </a:lnTo>
                <a:cubicBezTo>
                  <a:pt x="353378" y="428625"/>
                  <a:pt x="360045" y="421005"/>
                  <a:pt x="360045" y="412433"/>
                </a:cubicBezTo>
                <a:cubicBezTo>
                  <a:pt x="360045" y="403860"/>
                  <a:pt x="352425" y="396240"/>
                  <a:pt x="343853" y="396240"/>
                </a:cubicBezTo>
                <a:lnTo>
                  <a:pt x="343853" y="396240"/>
                </a:lnTo>
                <a:close/>
                <a:moveTo>
                  <a:pt x="179070" y="163830"/>
                </a:moveTo>
                <a:cubicBezTo>
                  <a:pt x="180023" y="163830"/>
                  <a:pt x="181928" y="163830"/>
                  <a:pt x="182880" y="163830"/>
                </a:cubicBezTo>
                <a:lnTo>
                  <a:pt x="212407" y="230505"/>
                </a:lnTo>
                <a:lnTo>
                  <a:pt x="145732" y="230505"/>
                </a:lnTo>
                <a:lnTo>
                  <a:pt x="175260" y="163830"/>
                </a:lnTo>
                <a:cubicBezTo>
                  <a:pt x="176213" y="163830"/>
                  <a:pt x="178118" y="163830"/>
                  <a:pt x="179070" y="163830"/>
                </a:cubicBezTo>
                <a:lnTo>
                  <a:pt x="179070" y="163830"/>
                </a:lnTo>
                <a:close/>
                <a:moveTo>
                  <a:pt x="101918" y="328613"/>
                </a:moveTo>
                <a:lnTo>
                  <a:pt x="131445" y="262890"/>
                </a:lnTo>
                <a:lnTo>
                  <a:pt x="226695" y="262890"/>
                </a:lnTo>
                <a:lnTo>
                  <a:pt x="256223" y="328613"/>
                </a:lnTo>
                <a:lnTo>
                  <a:pt x="101918" y="32861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33" name="Google Shape;433;p30">
            <a:extLst>
              <a:ext uri="{FF2B5EF4-FFF2-40B4-BE49-F238E27FC236}">
                <ns2:creationId id="{8DD40AC8-5187-43E4-8CD6-8571E44AA2EB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94322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34" name="Google Shape;434;p30">
            <a:extLst>
              <a:ext uri="{FF2B5EF4-FFF2-40B4-BE49-F238E27FC236}">
                <ns2:creationId id="{3C606E37-4CBE-4B14-92C3-56A574CA9FEE}"/>
              </a:ext>
            </a:extLst>
          </p:cNvPr>
          <p:cNvSpPr>
            <a:spLocks noGrp="1"/>
          </p:cNvSpPr>
          <p:nvPr/>
        </p:nvSpPr>
        <p:spPr>
          <a:xfrm rot="0" flipH="0" flipV="0">
            <a:off x="322897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35" name="Google Shape;435;p30">
            <a:extLst>
              <a:ext uri="{FF2B5EF4-FFF2-40B4-BE49-F238E27FC236}">
                <ns2:creationId id="{79C66174-E064-41D0-A117-251DC76E04D6}"/>
              </a:ext>
            </a:extLst>
          </p:cNvPr>
          <p:cNvSpPr>
            <a:spLocks noGrp="1"/>
          </p:cNvSpPr>
          <p:nvPr/>
        </p:nvSpPr>
        <p:spPr>
          <a:xfrm rot="0" flipH="0" flipV="0">
            <a:off x="351472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36" name="Google Shape;436;p30">
            <a:extLst>
              <a:ext uri="{FF2B5EF4-FFF2-40B4-BE49-F238E27FC236}">
                <ns2:creationId id="{64EE2B76-E62D-4223-B387-E74F3B6276CB}"/>
              </a:ext>
            </a:extLst>
          </p:cNvPr>
          <p:cNvSpPr>
            <a:spLocks noGrp="1"/>
          </p:cNvSpPr>
          <p:nvPr/>
        </p:nvSpPr>
        <p:spPr>
          <a:xfrm rot="0" flipH="0" flipV="0">
            <a:off x="380047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37" name="Google Shape;437;p30">
            <a:extLst>
              <a:ext uri="{FF2B5EF4-FFF2-40B4-BE49-F238E27FC236}">
                <ns2:creationId id="{1B70E136-966F-47A5-9C8D-87AE33EF7B83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08622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38" name="Google Shape;438;p30">
            <a:extLst>
              <a:ext uri="{FF2B5EF4-FFF2-40B4-BE49-F238E27FC236}">
                <ns2:creationId id="{510A8D2A-6958-4550-A6E7-7D510B96855C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37197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39" name="Google Shape;439;p30">
            <a:extLst>
              <a:ext uri="{FF2B5EF4-FFF2-40B4-BE49-F238E27FC236}">
                <ns2:creationId id="{10AD9653-F4EC-4760-B79A-C918D69AA566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65772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0" name="Google Shape;440;p30">
            <a:extLst>
              <a:ext uri="{FF2B5EF4-FFF2-40B4-BE49-F238E27FC236}">
                <ns2:creationId id="{4D20964E-5C38-4658-B611-B6AEEFD46F37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943475" y="4724400"/>
            <a:ext cx="104775" cy="104775"/>
          </a:xfrm>
          <a:prstGeom prst="ellipse">
            <a:avLst/>
          </a:prstGeom>
          <a:solidFill>
            <a:srgbClr val="E6907D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1" name="Google Shape;441;p30">
            <a:extLst>
              <a:ext uri="{FF2B5EF4-FFF2-40B4-BE49-F238E27FC236}">
                <ns2:creationId id="{FB7BD0B4-C658-44EB-916E-06C1FEF08F4D}"/>
              </a:ext>
            </a:extLst>
          </p:cNvPr>
          <p:cNvSpPr>
            <a:spLocks noGrp="1"/>
          </p:cNvSpPr>
          <p:nvPr/>
        </p:nvSpPr>
        <p:spPr>
          <a:xfrm rot="0" flipH="0" flipV="0">
            <a:off x="522922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2" name="Google Shape;442;p30">
            <a:extLst>
              <a:ext uri="{FF2B5EF4-FFF2-40B4-BE49-F238E27FC236}">
                <ns2:creationId id="{63F67B0D-BC29-471B-8EDD-F28450B3C599}"/>
              </a:ext>
            </a:extLst>
          </p:cNvPr>
          <p:cNvSpPr>
            <a:spLocks noGrp="1"/>
          </p:cNvSpPr>
          <p:nvPr/>
        </p:nvSpPr>
        <p:spPr>
          <a:xfrm rot="0" flipH="0" flipV="0">
            <a:off x="551497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3" name="Google Shape;443;p30">
            <a:extLst>
              <a:ext uri="{FF2B5EF4-FFF2-40B4-BE49-F238E27FC236}">
                <ns2:creationId id="{A0ED9D9D-C134-4B53-8FDA-9E4323393F27}"/>
              </a:ext>
            </a:extLst>
          </p:cNvPr>
          <p:cNvSpPr>
            <a:spLocks noGrp="1"/>
          </p:cNvSpPr>
          <p:nvPr/>
        </p:nvSpPr>
        <p:spPr>
          <a:xfrm rot="0" flipH="0" flipV="0">
            <a:off x="580072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4" name="Google Shape;444;p30">
            <a:extLst>
              <a:ext uri="{FF2B5EF4-FFF2-40B4-BE49-F238E27FC236}">
                <ns2:creationId id="{515AC70B-9C05-49A7-8002-DB02B2090E5D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08647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5" name="Google Shape;445;p30">
            <a:extLst>
              <a:ext uri="{FF2B5EF4-FFF2-40B4-BE49-F238E27FC236}">
                <ns2:creationId id="{30BC608B-6FC4-482C-9921-3BEBBC135015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37222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6" name="Google Shape;446;p30">
            <a:extLst>
              <a:ext uri="{FF2B5EF4-FFF2-40B4-BE49-F238E27FC236}">
                <ns2:creationId id="{D22BE1EF-2020-412A-8BB3-FE594F7DAFB3}"/>
              </a:ext>
            </a:extLst>
          </p:cNvPr>
          <p:cNvSpPr>
            <a:spLocks noGrp="1"/>
          </p:cNvSpPr>
          <p:nvPr/>
        </p:nvSpPr>
        <p:spPr>
          <a:xfrm rot="0" flipH="0" flipV="0">
            <a:off x="5828210" y="4718600"/>
            <a:ext cx="116400" cy="116400"/>
          </a:xfrm>
          <a:prstGeom prst="ellipse">
            <a:avLst/>
          </a:prstGeom>
          <a:noFill/>
          <a:ln w="0">
            <a:noFill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7" name="Google Shape;447;p30">
            <a:extLst>
              <a:ext uri="{FF2B5EF4-FFF2-40B4-BE49-F238E27FC236}">
                <ns2:creationId id="{413F65E5-0E7F-4DB0-B872-CAE9BE7C1276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120302" y="4718600"/>
            <a:ext cx="116400" cy="116400"/>
          </a:xfrm>
          <a:prstGeom prst="ellipse">
            <a:avLst/>
          </a:prstGeom>
          <a:noFill/>
          <a:ln w="0">
            <a:noFill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8" name="Google Shape;448;p30">
            <a:extLst>
              <a:ext uri="{FF2B5EF4-FFF2-40B4-BE49-F238E27FC236}">
                <ns2:creationId id="{F9F72BE7-C267-41A3-9926-F39888905619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412393" y="4718600"/>
            <a:ext cx="116400" cy="116400"/>
          </a:xfrm>
          <a:prstGeom prst="ellipse">
            <a:avLst/>
          </a:prstGeom>
          <a:noFill/>
          <a:ln w="0">
            <a:noFill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9" name="Google Shape;449;p30">
            <a:extLst>
              <a:ext uri="{FF2B5EF4-FFF2-40B4-BE49-F238E27FC236}">
                <ns2:creationId id="{983762A0-9DB4-4711-A975-3D50AD14AE4D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704485" y="4718600"/>
            <a:ext cx="116400" cy="116400"/>
          </a:xfrm>
          <a:prstGeom prst="ellipse">
            <a:avLst/>
          </a:prstGeom>
          <a:noFill/>
          <a:ln w="0">
            <a:noFill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50" name="Google Shape;450;p30">
            <a:extLst>
              <a:ext uri="{FF2B5EF4-FFF2-40B4-BE49-F238E27FC236}">
                <ns2:creationId id="{2F0F6D51-3E15-4B13-9F07-1A50C7BE18D1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996577" y="4718600"/>
            <a:ext cx="116400" cy="116400"/>
          </a:xfrm>
          <a:prstGeom prst="ellipse">
            <a:avLst/>
          </a:prstGeom>
          <a:noFill/>
          <a:ln w="0">
            <a:noFill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51" name="Google Shape;451;p30">
            <a:extLst>
              <a:ext uri="{FF2B5EF4-FFF2-40B4-BE49-F238E27FC236}">
                <ns2:creationId id="{5DCB5105-4926-45A9-B0C9-B665F990AFE0}"/>
              </a:ext>
            </a:extLst>
          </p:cNvPr>
          <p:cNvSpPr>
            <a:spLocks noGrp="1"/>
          </p:cNvSpPr>
          <p:nvPr/>
        </p:nvSpPr>
        <p:spPr>
          <a:xfrm rot="0" flipH="0" flipV="0">
            <a:off x="7288669" y="4718600"/>
            <a:ext cx="116400" cy="116400"/>
          </a:xfrm>
          <a:prstGeom prst="ellipse">
            <a:avLst/>
          </a:prstGeom>
          <a:noFill/>
          <a:ln w="0">
            <a:noFill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52" name="Google Shape;452;p30">
            <a:extLst>
              <a:ext uri="{FF2B5EF4-FFF2-40B4-BE49-F238E27FC236}">
                <ns2:creationId id="{93A3F592-F0E6-42D0-A9FB-90BBE0B4DF99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65747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453" name="TextBox 452"/>
          <p:cNvSpPr txBox="1"/>
          <p:nvPr/>
        </p:nvSpPr>
        <p:spPr>
          <a:xfrm>
            <a:off x="6550000" y="4880000"/>
            <a:ext cx="2360000" cy="200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5A6678"/>
                </a:solidFill>
                <a:ea typeface="微软雅黑"/>
              </a:rPr>
              <a:t>Campus Agent｜AIC-2026-15513467｜17/20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 xmlns:ns2="http://schemas.microsoft.com/office/drawing/2014/main">
        <p:nvSpPr>
          <p:cNvPr id="412" name="Google Shape;412;p30">
            <a:extLst>
              <a:ext uri="{FF2B5EF4-FFF2-40B4-BE49-F238E27FC236}">
                <ns2:creationId id="{3581DAE4-B6D1-4305-B8F1-9593290D774B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723900" y="638175"/>
            <a:ext cx="7715250" cy="504825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>
            <a:def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ea typeface="微软雅黑"/>
              </a:rPr>
              <a:t>附录 B｜数据与隐私边界</a:t>
            </a:r>
            <a:endParaRPr/>
          </a:p>
        </p:txBody>
      </p:sp>
      <p:sp xmlns:ns2="http://schemas.microsoft.com/office/drawing/2014/main">
        <p:nvSpPr>
          <p:cNvPr id="413" name="Google Shape;413;p30">
            <a:extLst>
              <a:ext uri="{FF2B5EF4-FFF2-40B4-BE49-F238E27FC236}">
                <ns2:creationId id="{170973FB-1024-45C9-8181-63341B0833F0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2447925" y="1285875"/>
            <a:ext cx="5715000" cy="333375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>
            <a:def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ea typeface="微软雅黑"/>
              </a:rPr>
              <a:t>主动输入</a:t>
            </a:r>
            <a:endParaRPr/>
          </a:p>
        </p:txBody>
      </p:sp>
      <p:sp xmlns:ns2="http://schemas.microsoft.com/office/drawing/2014/main">
        <p:nvSpPr>
          <p:cNvPr id="414" name="Google Shape;414;p30">
            <a:extLst>
              <a:ext uri="{FF2B5EF4-FFF2-40B4-BE49-F238E27FC236}">
                <ns2:creationId id="{709F7D91-68EB-4D9D-866A-D564F69E164D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2447925" y="2333625"/>
            <a:ext cx="5715000" cy="333375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>
            <a:def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ea typeface="微软雅黑"/>
              </a:rPr>
              <a:t>联网推理</a:t>
            </a:r>
            <a:endParaRPr/>
          </a:p>
        </p:txBody>
      </p:sp>
      <p:sp xmlns:ns2="http://schemas.microsoft.com/office/drawing/2014/main">
        <p:nvSpPr>
          <p:cNvPr id="415" name="Google Shape;415;p30">
            <a:extLst>
              <a:ext uri="{FF2B5EF4-FFF2-40B4-BE49-F238E27FC236}">
                <ns2:creationId id="{06402B99-CDC8-4785-82C2-4D0A03083F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47925" y="1704975"/>
            <a:ext cx="5715000" cy="638175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>
            <a:def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ea typeface="微软雅黑"/>
              </a:rPr>
              <a:t>材料由用户主动提供，不监听群消息、不代用户报名</a:t>
            </a:r>
            <a:endParaRPr/>
          </a:p>
        </p:txBody>
      </p:sp>
      <p:sp xmlns:ns2="http://schemas.microsoft.com/office/drawing/2014/main">
        <p:nvSpPr>
          <p:cNvPr id="416" name="Google Shape;416;p30">
            <a:extLst>
              <a:ext uri="{FF2B5EF4-FFF2-40B4-BE49-F238E27FC236}">
                <ns2:creationId id="{C4FEB388-6FBA-4FE2-955C-5B529BA188BF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2447925" y="2752725"/>
            <a:ext cx="5715000" cy="638175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>
            <a:def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ea typeface="微软雅黑"/>
              </a:rPr>
              <a:t>本地主库不等于不出设备，所选上下文会发往自选模型服务</a:t>
            </a:r>
            <a:endParaRPr/>
          </a:p>
        </p:txBody>
      </p:sp>
      <p:sp xmlns:ns2="http://schemas.microsoft.com/office/drawing/2014/main">
        <p:nvSpPr>
          <p:cNvPr id="417" name="Google Shape;417;p30">
            <a:extLst>
              <a:ext uri="{FF2B5EF4-FFF2-40B4-BE49-F238E27FC236}">
                <ns2:creationId id="{2F36911B-01D3-42D7-BA6E-97F1DB1380B4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2447925" y="3800475"/>
            <a:ext cx="5715000" cy="638175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>
            <a:def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ea typeface="微软雅黑"/>
              </a:rPr>
              <a:t>联系方式单独授权；档案与记忆可修正、归档、删除</a:t>
            </a:r>
            <a:endParaRPr/>
          </a:p>
        </p:txBody>
      </p:sp>
      <p:sp xmlns:ns2="http://schemas.microsoft.com/office/drawing/2014/main">
        <p:nvSpPr>
          <p:cNvPr id="418" name="Google Shape;418;p30">
            <a:extLst>
              <a:ext uri="{FF2B5EF4-FFF2-40B4-BE49-F238E27FC236}">
                <ns2:creationId id="{A083DD70-BC87-421C-8B16-0C1F9A03A9B2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2447925" y="3381375"/>
            <a:ext cx="5715000" cy="333375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>
            <a:def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ea typeface="微软雅黑"/>
              </a:rPr>
              <a:t>授权与留存</a:t>
            </a:r>
            <a:endParaRPr/>
          </a:p>
        </p:txBody>
      </p:sp>
      <p:sp xmlns:ns2="http://schemas.microsoft.com/office/drawing/2014/main">
        <p:nvSpPr>
          <p:cNvPr id="420" name="Google Shape;420;p30">
            <a:extLst>
              <a:ext uri="{FF2B5EF4-FFF2-40B4-BE49-F238E27FC236}">
                <ns2:creationId id="{CA0169AA-A1F2-4277-9193-E84464FAF5D3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926338" y="1224956"/>
            <a:ext cx="295982" cy="208011"/>
          </a:xfrm>
          <a:custGeom>
            <a:rect l="l" t="t" r="r" b="b"/>
            <a:pathLst>
              <a:path w="561103" h="394334">
                <a:moveTo>
                  <a:pt x="545782" y="0"/>
                </a:moveTo>
                <a:lnTo>
                  <a:pt x="337185" y="0"/>
                </a:lnTo>
                <a:lnTo>
                  <a:pt x="297180" y="120015"/>
                </a:lnTo>
                <a:cubicBezTo>
                  <a:pt x="295275" y="126683"/>
                  <a:pt x="288607" y="131445"/>
                  <a:pt x="281940" y="131445"/>
                </a:cubicBezTo>
                <a:lnTo>
                  <a:pt x="0" y="131445"/>
                </a:lnTo>
                <a:lnTo>
                  <a:pt x="0" y="378142"/>
                </a:lnTo>
                <a:cubicBezTo>
                  <a:pt x="0" y="387667"/>
                  <a:pt x="7620" y="394335"/>
                  <a:pt x="16193" y="394335"/>
                </a:cubicBezTo>
                <a:lnTo>
                  <a:pt x="33338" y="394335"/>
                </a:lnTo>
                <a:lnTo>
                  <a:pt x="33338" y="213360"/>
                </a:lnTo>
                <a:cubicBezTo>
                  <a:pt x="33338" y="185738"/>
                  <a:pt x="55245" y="163830"/>
                  <a:pt x="82868" y="163830"/>
                </a:cubicBezTo>
                <a:lnTo>
                  <a:pt x="478155" y="163830"/>
                </a:lnTo>
                <a:cubicBezTo>
                  <a:pt x="505777" y="163830"/>
                  <a:pt x="527685" y="185738"/>
                  <a:pt x="527685" y="213360"/>
                </a:cubicBezTo>
                <a:lnTo>
                  <a:pt x="527685" y="394335"/>
                </a:lnTo>
                <a:lnTo>
                  <a:pt x="544830" y="394335"/>
                </a:lnTo>
                <a:cubicBezTo>
                  <a:pt x="554355" y="394335"/>
                  <a:pt x="561023" y="386715"/>
                  <a:pt x="561023" y="378142"/>
                </a:cubicBezTo>
                <a:lnTo>
                  <a:pt x="561023" y="16192"/>
                </a:lnTo>
                <a:cubicBezTo>
                  <a:pt x="561975" y="7620"/>
                  <a:pt x="554355" y="0"/>
                  <a:pt x="545782" y="0"/>
                </a:cubicBezTo>
                <a:lnTo>
                  <a:pt x="54578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21" name="Google Shape;421;p30">
            <a:extLst>
              <a:ext uri="{FF2B5EF4-FFF2-40B4-BE49-F238E27FC236}">
                <ns2:creationId id="{7D58F840-3765-4700-AC71-09BA5D34424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926842" y="1224956"/>
            <a:ext cx="159274" cy="52254"/>
          </a:xfrm>
          <a:custGeom>
            <a:rect l="l" t="t" r="r" b="b"/>
            <a:pathLst>
              <a:path w="301942" h="99059">
                <a:moveTo>
                  <a:pt x="268605" y="99060"/>
                </a:moveTo>
                <a:lnTo>
                  <a:pt x="301943" y="0"/>
                </a:lnTo>
                <a:lnTo>
                  <a:pt x="16193" y="0"/>
                </a:lnTo>
                <a:cubicBezTo>
                  <a:pt x="6668" y="0"/>
                  <a:pt x="0" y="7620"/>
                  <a:pt x="0" y="16192"/>
                </a:cubicBezTo>
                <a:lnTo>
                  <a:pt x="0" y="98108"/>
                </a:lnTo>
                <a:lnTo>
                  <a:pt x="268605" y="98108"/>
                </a:lnTo>
                <a:close/>
                <a:moveTo>
                  <a:pt x="214313" y="33338"/>
                </a:moveTo>
                <a:cubicBezTo>
                  <a:pt x="223838" y="33338"/>
                  <a:pt x="230505" y="40958"/>
                  <a:pt x="230505" y="49530"/>
                </a:cubicBezTo>
                <a:cubicBezTo>
                  <a:pt x="230505" y="58103"/>
                  <a:pt x="222885" y="65722"/>
                  <a:pt x="214313" y="65722"/>
                </a:cubicBezTo>
                <a:cubicBezTo>
                  <a:pt x="205740" y="65722"/>
                  <a:pt x="198120" y="58103"/>
                  <a:pt x="198120" y="49530"/>
                </a:cubicBezTo>
                <a:cubicBezTo>
                  <a:pt x="198120" y="40958"/>
                  <a:pt x="204788" y="33338"/>
                  <a:pt x="214313" y="33338"/>
                </a:cubicBezTo>
                <a:lnTo>
                  <a:pt x="214313" y="33338"/>
                </a:lnTo>
                <a:close/>
                <a:moveTo>
                  <a:pt x="148590" y="33338"/>
                </a:moveTo>
                <a:cubicBezTo>
                  <a:pt x="158115" y="33338"/>
                  <a:pt x="164783" y="40958"/>
                  <a:pt x="164783" y="49530"/>
                </a:cubicBezTo>
                <a:cubicBezTo>
                  <a:pt x="164783" y="58103"/>
                  <a:pt x="157163" y="65722"/>
                  <a:pt x="148590" y="65722"/>
                </a:cubicBezTo>
                <a:cubicBezTo>
                  <a:pt x="140018" y="65722"/>
                  <a:pt x="132398" y="58103"/>
                  <a:pt x="132398" y="49530"/>
                </a:cubicBezTo>
                <a:cubicBezTo>
                  <a:pt x="132398" y="40958"/>
                  <a:pt x="139065" y="33338"/>
                  <a:pt x="148590" y="33338"/>
                </a:cubicBezTo>
                <a:lnTo>
                  <a:pt x="148590" y="33338"/>
                </a:lnTo>
                <a:close/>
                <a:moveTo>
                  <a:pt x="82868" y="33338"/>
                </a:moveTo>
                <a:cubicBezTo>
                  <a:pt x="92393" y="33338"/>
                  <a:pt x="99060" y="40958"/>
                  <a:pt x="99060" y="49530"/>
                </a:cubicBezTo>
                <a:cubicBezTo>
                  <a:pt x="99060" y="58103"/>
                  <a:pt x="91440" y="65722"/>
                  <a:pt x="82868" y="65722"/>
                </a:cubicBezTo>
                <a:cubicBezTo>
                  <a:pt x="74295" y="65722"/>
                  <a:pt x="66675" y="58103"/>
                  <a:pt x="66675" y="49530"/>
                </a:cubicBezTo>
                <a:cubicBezTo>
                  <a:pt x="66675" y="40958"/>
                  <a:pt x="73343" y="33338"/>
                  <a:pt x="82868" y="33338"/>
                </a:cubicBezTo>
                <a:lnTo>
                  <a:pt x="82868" y="3333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22" name="Google Shape;422;p30">
            <a:extLst>
              <a:ext uri="{FF2B5EF4-FFF2-40B4-BE49-F238E27FC236}">
                <ns2:creationId id="{6DCD9D2F-36B1-41AF-B569-01653B99AF3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961591" y="1329202"/>
            <a:ext cx="225640" cy="173343"/>
          </a:xfrm>
          <a:custGeom>
            <a:rect l="l" t="t" r="r" b="b"/>
            <a:pathLst>
              <a:path w="427753" h="328612">
                <a:moveTo>
                  <a:pt x="411480" y="0"/>
                </a:moveTo>
                <a:lnTo>
                  <a:pt x="16193" y="0"/>
                </a:lnTo>
                <a:cubicBezTo>
                  <a:pt x="6668" y="0"/>
                  <a:pt x="0" y="7620"/>
                  <a:pt x="0" y="16192"/>
                </a:cubicBezTo>
                <a:lnTo>
                  <a:pt x="0" y="312420"/>
                </a:lnTo>
                <a:cubicBezTo>
                  <a:pt x="0" y="321945"/>
                  <a:pt x="7620" y="328613"/>
                  <a:pt x="16193" y="328613"/>
                </a:cubicBezTo>
                <a:lnTo>
                  <a:pt x="411480" y="328613"/>
                </a:lnTo>
                <a:cubicBezTo>
                  <a:pt x="421005" y="328613"/>
                  <a:pt x="427673" y="320992"/>
                  <a:pt x="427673" y="312420"/>
                </a:cubicBezTo>
                <a:lnTo>
                  <a:pt x="427673" y="16192"/>
                </a:lnTo>
                <a:cubicBezTo>
                  <a:pt x="428625" y="7620"/>
                  <a:pt x="421005" y="0"/>
                  <a:pt x="411480" y="0"/>
                </a:cubicBezTo>
                <a:lnTo>
                  <a:pt x="411480" y="0"/>
                </a:lnTo>
                <a:close/>
                <a:moveTo>
                  <a:pt x="313373" y="49530"/>
                </a:moveTo>
                <a:cubicBezTo>
                  <a:pt x="322898" y="49530"/>
                  <a:pt x="329565" y="57150"/>
                  <a:pt x="329565" y="65723"/>
                </a:cubicBezTo>
                <a:cubicBezTo>
                  <a:pt x="329565" y="74295"/>
                  <a:pt x="321945" y="81915"/>
                  <a:pt x="313373" y="81915"/>
                </a:cubicBezTo>
                <a:cubicBezTo>
                  <a:pt x="304800" y="81915"/>
                  <a:pt x="297180" y="74295"/>
                  <a:pt x="297180" y="65723"/>
                </a:cubicBezTo>
                <a:cubicBezTo>
                  <a:pt x="297180" y="57150"/>
                  <a:pt x="303848" y="49530"/>
                  <a:pt x="313373" y="49530"/>
                </a:cubicBezTo>
                <a:lnTo>
                  <a:pt x="313373" y="49530"/>
                </a:lnTo>
                <a:close/>
                <a:moveTo>
                  <a:pt x="247650" y="49530"/>
                </a:moveTo>
                <a:cubicBezTo>
                  <a:pt x="257175" y="49530"/>
                  <a:pt x="263843" y="57150"/>
                  <a:pt x="263843" y="65723"/>
                </a:cubicBezTo>
                <a:cubicBezTo>
                  <a:pt x="263843" y="74295"/>
                  <a:pt x="256223" y="81915"/>
                  <a:pt x="247650" y="81915"/>
                </a:cubicBezTo>
                <a:cubicBezTo>
                  <a:pt x="239077" y="81915"/>
                  <a:pt x="231457" y="74295"/>
                  <a:pt x="231457" y="65723"/>
                </a:cubicBezTo>
                <a:cubicBezTo>
                  <a:pt x="231457" y="57150"/>
                  <a:pt x="238125" y="49530"/>
                  <a:pt x="247650" y="49530"/>
                </a:cubicBezTo>
                <a:lnTo>
                  <a:pt x="247650" y="49530"/>
                </a:lnTo>
                <a:close/>
                <a:moveTo>
                  <a:pt x="230505" y="132398"/>
                </a:moveTo>
                <a:cubicBezTo>
                  <a:pt x="230505" y="141923"/>
                  <a:pt x="222885" y="148590"/>
                  <a:pt x="214313" y="148590"/>
                </a:cubicBezTo>
                <a:lnTo>
                  <a:pt x="115252" y="148590"/>
                </a:lnTo>
                <a:cubicBezTo>
                  <a:pt x="105727" y="148590"/>
                  <a:pt x="99060" y="140970"/>
                  <a:pt x="99060" y="132398"/>
                </a:cubicBezTo>
                <a:cubicBezTo>
                  <a:pt x="99060" y="123825"/>
                  <a:pt x="106680" y="116205"/>
                  <a:pt x="115252" y="116205"/>
                </a:cubicBezTo>
                <a:lnTo>
                  <a:pt x="214313" y="116205"/>
                </a:lnTo>
                <a:cubicBezTo>
                  <a:pt x="223838" y="115253"/>
                  <a:pt x="230505" y="122873"/>
                  <a:pt x="230505" y="132398"/>
                </a:cubicBezTo>
                <a:lnTo>
                  <a:pt x="230505" y="132398"/>
                </a:lnTo>
                <a:close/>
                <a:moveTo>
                  <a:pt x="82868" y="49530"/>
                </a:moveTo>
                <a:lnTo>
                  <a:pt x="180975" y="49530"/>
                </a:lnTo>
                <a:cubicBezTo>
                  <a:pt x="190500" y="49530"/>
                  <a:pt x="197168" y="57150"/>
                  <a:pt x="197168" y="65723"/>
                </a:cubicBezTo>
                <a:cubicBezTo>
                  <a:pt x="197168" y="74295"/>
                  <a:pt x="189548" y="81915"/>
                  <a:pt x="180975" y="81915"/>
                </a:cubicBezTo>
                <a:lnTo>
                  <a:pt x="81915" y="81915"/>
                </a:lnTo>
                <a:cubicBezTo>
                  <a:pt x="72390" y="81915"/>
                  <a:pt x="65723" y="74295"/>
                  <a:pt x="65723" y="65723"/>
                </a:cubicBezTo>
                <a:cubicBezTo>
                  <a:pt x="65723" y="57150"/>
                  <a:pt x="73343" y="49530"/>
                  <a:pt x="82868" y="49530"/>
                </a:cubicBezTo>
                <a:lnTo>
                  <a:pt x="82868" y="49530"/>
                </a:lnTo>
                <a:close/>
                <a:moveTo>
                  <a:pt x="82868" y="181928"/>
                </a:moveTo>
                <a:cubicBezTo>
                  <a:pt x="92393" y="181928"/>
                  <a:pt x="99060" y="189548"/>
                  <a:pt x="99060" y="198120"/>
                </a:cubicBezTo>
                <a:cubicBezTo>
                  <a:pt x="99060" y="206692"/>
                  <a:pt x="91440" y="214313"/>
                  <a:pt x="82868" y="214313"/>
                </a:cubicBezTo>
                <a:cubicBezTo>
                  <a:pt x="74295" y="214313"/>
                  <a:pt x="66675" y="206692"/>
                  <a:pt x="66675" y="198120"/>
                </a:cubicBezTo>
                <a:cubicBezTo>
                  <a:pt x="66675" y="189548"/>
                  <a:pt x="73343" y="181928"/>
                  <a:pt x="82868" y="181928"/>
                </a:cubicBezTo>
                <a:lnTo>
                  <a:pt x="82868" y="181928"/>
                </a:lnTo>
                <a:close/>
                <a:moveTo>
                  <a:pt x="180975" y="280035"/>
                </a:moveTo>
                <a:lnTo>
                  <a:pt x="81915" y="280035"/>
                </a:lnTo>
                <a:cubicBezTo>
                  <a:pt x="72390" y="280035"/>
                  <a:pt x="65723" y="272415"/>
                  <a:pt x="65723" y="263842"/>
                </a:cubicBezTo>
                <a:cubicBezTo>
                  <a:pt x="65723" y="255270"/>
                  <a:pt x="73343" y="247650"/>
                  <a:pt x="81915" y="247650"/>
                </a:cubicBezTo>
                <a:lnTo>
                  <a:pt x="180975" y="247650"/>
                </a:lnTo>
                <a:cubicBezTo>
                  <a:pt x="190500" y="247650"/>
                  <a:pt x="197168" y="255270"/>
                  <a:pt x="197168" y="263842"/>
                </a:cubicBezTo>
                <a:cubicBezTo>
                  <a:pt x="197168" y="272415"/>
                  <a:pt x="190500" y="280035"/>
                  <a:pt x="180975" y="280035"/>
                </a:cubicBezTo>
                <a:lnTo>
                  <a:pt x="180975" y="280035"/>
                </a:lnTo>
                <a:close/>
                <a:moveTo>
                  <a:pt x="214313" y="214313"/>
                </a:moveTo>
                <a:lnTo>
                  <a:pt x="148590" y="214313"/>
                </a:lnTo>
                <a:cubicBezTo>
                  <a:pt x="139065" y="214313"/>
                  <a:pt x="132398" y="206692"/>
                  <a:pt x="132398" y="198120"/>
                </a:cubicBezTo>
                <a:cubicBezTo>
                  <a:pt x="132398" y="189548"/>
                  <a:pt x="140018" y="181928"/>
                  <a:pt x="148590" y="181928"/>
                </a:cubicBezTo>
                <a:lnTo>
                  <a:pt x="214313" y="181928"/>
                </a:lnTo>
                <a:cubicBezTo>
                  <a:pt x="223838" y="181928"/>
                  <a:pt x="230505" y="189548"/>
                  <a:pt x="230505" y="198120"/>
                </a:cubicBezTo>
                <a:cubicBezTo>
                  <a:pt x="230505" y="206692"/>
                  <a:pt x="223838" y="214313"/>
                  <a:pt x="214313" y="214313"/>
                </a:cubicBezTo>
                <a:lnTo>
                  <a:pt x="214313" y="214313"/>
                </a:lnTo>
                <a:close/>
                <a:moveTo>
                  <a:pt x="313373" y="280035"/>
                </a:moveTo>
                <a:lnTo>
                  <a:pt x="247650" y="280035"/>
                </a:lnTo>
                <a:cubicBezTo>
                  <a:pt x="238125" y="280035"/>
                  <a:pt x="231457" y="272415"/>
                  <a:pt x="231457" y="263842"/>
                </a:cubicBezTo>
                <a:cubicBezTo>
                  <a:pt x="231457" y="255270"/>
                  <a:pt x="239077" y="247650"/>
                  <a:pt x="247650" y="247650"/>
                </a:cubicBezTo>
                <a:lnTo>
                  <a:pt x="313373" y="247650"/>
                </a:lnTo>
                <a:cubicBezTo>
                  <a:pt x="322898" y="247650"/>
                  <a:pt x="329565" y="255270"/>
                  <a:pt x="329565" y="263842"/>
                </a:cubicBezTo>
                <a:cubicBezTo>
                  <a:pt x="329565" y="272415"/>
                  <a:pt x="321945" y="280035"/>
                  <a:pt x="313373" y="280035"/>
                </a:cubicBezTo>
                <a:lnTo>
                  <a:pt x="313373" y="280035"/>
                </a:lnTo>
                <a:close/>
                <a:moveTo>
                  <a:pt x="345757" y="214313"/>
                </a:moveTo>
                <a:lnTo>
                  <a:pt x="280035" y="214313"/>
                </a:lnTo>
                <a:cubicBezTo>
                  <a:pt x="270510" y="214313"/>
                  <a:pt x="263843" y="206692"/>
                  <a:pt x="263843" y="198120"/>
                </a:cubicBezTo>
                <a:cubicBezTo>
                  <a:pt x="263843" y="189548"/>
                  <a:pt x="271463" y="181928"/>
                  <a:pt x="280035" y="181928"/>
                </a:cubicBezTo>
                <a:lnTo>
                  <a:pt x="345757" y="181928"/>
                </a:lnTo>
                <a:cubicBezTo>
                  <a:pt x="355282" y="181928"/>
                  <a:pt x="361950" y="189548"/>
                  <a:pt x="361950" y="198120"/>
                </a:cubicBezTo>
                <a:cubicBezTo>
                  <a:pt x="361950" y="206692"/>
                  <a:pt x="355282" y="214313"/>
                  <a:pt x="345757" y="214313"/>
                </a:cubicBezTo>
                <a:lnTo>
                  <a:pt x="345757" y="21431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24" name="Google Shape;424;p30">
            <a:extLst>
              <a:ext uri="{FF2B5EF4-FFF2-40B4-BE49-F238E27FC236}">
                <ns2:creationId id="{62CF1A50-B247-41D7-8C17-E66AD6682E30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030780" y="2416656"/>
            <a:ext cx="17585" cy="52254"/>
          </a:xfrm>
          <a:custGeom>
            <a:rect l="l" t="t" r="r" b="b"/>
            <a:pathLst>
              <a:path w="33337" h="99059">
                <a:moveTo>
                  <a:pt x="0" y="0"/>
                </a:moveTo>
                <a:lnTo>
                  <a:pt x="33338" y="0"/>
                </a:lnTo>
                <a:lnTo>
                  <a:pt x="33338" y="99060"/>
                </a:lnTo>
                <a:lnTo>
                  <a:pt x="0" y="9906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25" name="Google Shape;425;p30">
            <a:extLst>
              <a:ext uri="{FF2B5EF4-FFF2-40B4-BE49-F238E27FC236}">
                <ns2:creationId id="{CC6225CF-802C-41C1-B2E1-5EB705C25CFC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066032" y="2399030"/>
            <a:ext cx="17585" cy="69337"/>
          </a:xfrm>
          <a:custGeom>
            <a:rect l="l" t="t" r="r" b="b"/>
            <a:pathLst>
              <a:path w="33337" h="131445">
                <a:moveTo>
                  <a:pt x="0" y="0"/>
                </a:moveTo>
                <a:lnTo>
                  <a:pt x="33338" y="0"/>
                </a:lnTo>
                <a:lnTo>
                  <a:pt x="33338" y="131445"/>
                </a:lnTo>
                <a:lnTo>
                  <a:pt x="0" y="13144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26" name="Google Shape;426;p30">
            <a:extLst>
              <a:ext uri="{FF2B5EF4-FFF2-40B4-BE49-F238E27FC236}">
                <ns2:creationId id="{0459F57A-7AC8-4A4A-BA6C-FB30486D1AE6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100781" y="2451405"/>
            <a:ext cx="17585" cy="17585"/>
          </a:xfrm>
          <a:custGeom>
            <a:rect l="l" t="t" r="r" b="b"/>
            <a:pathLst>
              <a:path w="33337" h="33337">
                <a:moveTo>
                  <a:pt x="0" y="0"/>
                </a:moveTo>
                <a:lnTo>
                  <a:pt x="33337" y="0"/>
                </a:lnTo>
                <a:lnTo>
                  <a:pt x="33337" y="33337"/>
                </a:lnTo>
                <a:lnTo>
                  <a:pt x="0" y="3333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27" name="Google Shape;427;p30">
            <a:extLst>
              <a:ext uri="{FF2B5EF4-FFF2-40B4-BE49-F238E27FC236}">
                <ns2:creationId id="{21D4F05F-0CC1-4C45-A69F-E23BFA2CE58C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961282" y="2329029"/>
            <a:ext cx="226100" cy="296442"/>
          </a:xfrm>
          <a:custGeom>
            <a:rect l="l" t="t" r="r" b="b"/>
            <a:pathLst>
              <a:path w="428625" h="561975">
                <a:moveTo>
                  <a:pt x="428625" y="215265"/>
                </a:moveTo>
                <a:cubicBezTo>
                  <a:pt x="428625" y="96203"/>
                  <a:pt x="332423" y="0"/>
                  <a:pt x="214313" y="0"/>
                </a:cubicBezTo>
                <a:cubicBezTo>
                  <a:pt x="96203" y="0"/>
                  <a:pt x="0" y="96203"/>
                  <a:pt x="0" y="215265"/>
                </a:cubicBezTo>
                <a:cubicBezTo>
                  <a:pt x="0" y="366713"/>
                  <a:pt x="109538" y="480060"/>
                  <a:pt x="166688" y="529590"/>
                </a:cubicBezTo>
                <a:lnTo>
                  <a:pt x="82868" y="529590"/>
                </a:lnTo>
                <a:cubicBezTo>
                  <a:pt x="73343" y="529590"/>
                  <a:pt x="66675" y="537210"/>
                  <a:pt x="66675" y="545782"/>
                </a:cubicBezTo>
                <a:cubicBezTo>
                  <a:pt x="66675" y="555307"/>
                  <a:pt x="74295" y="561975"/>
                  <a:pt x="82868" y="561975"/>
                </a:cubicBezTo>
                <a:lnTo>
                  <a:pt x="346710" y="561975"/>
                </a:lnTo>
                <a:cubicBezTo>
                  <a:pt x="356235" y="561975"/>
                  <a:pt x="362903" y="554355"/>
                  <a:pt x="362903" y="545782"/>
                </a:cubicBezTo>
                <a:cubicBezTo>
                  <a:pt x="362903" y="536257"/>
                  <a:pt x="355283" y="529590"/>
                  <a:pt x="346710" y="529590"/>
                </a:cubicBezTo>
                <a:lnTo>
                  <a:pt x="262890" y="529590"/>
                </a:lnTo>
                <a:cubicBezTo>
                  <a:pt x="319088" y="480060"/>
                  <a:pt x="428625" y="365760"/>
                  <a:pt x="428625" y="215265"/>
                </a:cubicBezTo>
                <a:lnTo>
                  <a:pt x="428625" y="215265"/>
                </a:lnTo>
                <a:close/>
                <a:moveTo>
                  <a:pt x="115253" y="297180"/>
                </a:moveTo>
                <a:cubicBezTo>
                  <a:pt x="105728" y="297180"/>
                  <a:pt x="99060" y="289560"/>
                  <a:pt x="99060" y="280988"/>
                </a:cubicBezTo>
                <a:cubicBezTo>
                  <a:pt x="99060" y="280988"/>
                  <a:pt x="99060" y="193357"/>
                  <a:pt x="99060" y="149543"/>
                </a:cubicBezTo>
                <a:cubicBezTo>
                  <a:pt x="99060" y="140018"/>
                  <a:pt x="106680" y="133350"/>
                  <a:pt x="115253" y="133350"/>
                </a:cubicBezTo>
                <a:lnTo>
                  <a:pt x="164783" y="133350"/>
                </a:lnTo>
                <a:lnTo>
                  <a:pt x="164783" y="117157"/>
                </a:lnTo>
                <a:cubicBezTo>
                  <a:pt x="164783" y="107632"/>
                  <a:pt x="172403" y="100965"/>
                  <a:pt x="180975" y="100965"/>
                </a:cubicBezTo>
                <a:lnTo>
                  <a:pt x="246698" y="100965"/>
                </a:lnTo>
                <a:cubicBezTo>
                  <a:pt x="256223" y="100965"/>
                  <a:pt x="262890" y="108585"/>
                  <a:pt x="262890" y="117157"/>
                </a:cubicBezTo>
                <a:lnTo>
                  <a:pt x="262890" y="199072"/>
                </a:lnTo>
                <a:lnTo>
                  <a:pt x="312420" y="199072"/>
                </a:lnTo>
                <a:cubicBezTo>
                  <a:pt x="321945" y="199072"/>
                  <a:pt x="328613" y="206693"/>
                  <a:pt x="328613" y="215265"/>
                </a:cubicBezTo>
                <a:lnTo>
                  <a:pt x="328613" y="280988"/>
                </a:lnTo>
                <a:cubicBezTo>
                  <a:pt x="328613" y="290513"/>
                  <a:pt x="320993" y="297180"/>
                  <a:pt x="312420" y="297180"/>
                </a:cubicBezTo>
                <a:lnTo>
                  <a:pt x="115253" y="29718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29" name="Google Shape;429;p30">
            <a:extLst>
              <a:ext uri="{FF2B5EF4-FFF2-40B4-BE49-F238E27FC236}">
                <ns2:creationId id="{EE18F6A4-07E0-4242-9335-A7DF4B111576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961521" y="3451922"/>
            <a:ext cx="225601" cy="176722"/>
          </a:xfrm>
          <a:custGeom>
            <a:rect l="l" t="t" r="r" b="b"/>
            <a:pathLst>
              <a:path w="427679" h="335018">
                <a:moveTo>
                  <a:pt x="214313" y="0"/>
                </a:moveTo>
                <a:cubicBezTo>
                  <a:pt x="96203" y="0"/>
                  <a:pt x="0" y="96203"/>
                  <a:pt x="0" y="214313"/>
                </a:cubicBezTo>
                <a:cubicBezTo>
                  <a:pt x="0" y="254318"/>
                  <a:pt x="11430" y="293370"/>
                  <a:pt x="32385" y="327660"/>
                </a:cubicBezTo>
                <a:cubicBezTo>
                  <a:pt x="37148" y="335280"/>
                  <a:pt x="47625" y="337185"/>
                  <a:pt x="55245" y="332422"/>
                </a:cubicBezTo>
                <a:cubicBezTo>
                  <a:pt x="62865" y="327660"/>
                  <a:pt x="65723" y="317182"/>
                  <a:pt x="60008" y="309563"/>
                </a:cubicBezTo>
                <a:cubicBezTo>
                  <a:pt x="41910" y="280988"/>
                  <a:pt x="32385" y="247650"/>
                  <a:pt x="32385" y="213360"/>
                </a:cubicBezTo>
                <a:cubicBezTo>
                  <a:pt x="32385" y="113347"/>
                  <a:pt x="113348" y="32385"/>
                  <a:pt x="213360" y="32385"/>
                </a:cubicBezTo>
                <a:cubicBezTo>
                  <a:pt x="313373" y="32385"/>
                  <a:pt x="394335" y="113347"/>
                  <a:pt x="394335" y="213360"/>
                </a:cubicBezTo>
                <a:cubicBezTo>
                  <a:pt x="394335" y="241935"/>
                  <a:pt x="387668" y="268605"/>
                  <a:pt x="375285" y="294322"/>
                </a:cubicBezTo>
                <a:cubicBezTo>
                  <a:pt x="371475" y="302895"/>
                  <a:pt x="374333" y="312420"/>
                  <a:pt x="382905" y="316230"/>
                </a:cubicBezTo>
                <a:cubicBezTo>
                  <a:pt x="390525" y="320040"/>
                  <a:pt x="401003" y="317182"/>
                  <a:pt x="404813" y="308610"/>
                </a:cubicBezTo>
                <a:cubicBezTo>
                  <a:pt x="420053" y="279082"/>
                  <a:pt x="427673" y="246697"/>
                  <a:pt x="427673" y="212407"/>
                </a:cubicBezTo>
                <a:cubicBezTo>
                  <a:pt x="428625" y="96203"/>
                  <a:pt x="332423" y="0"/>
                  <a:pt x="214313" y="0"/>
                </a:cubicBezTo>
                <a:lnTo>
                  <a:pt x="21431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30" name="Google Shape;430;p30">
            <a:extLst>
              <a:ext uri="{FF2B5EF4-FFF2-40B4-BE49-F238E27FC236}">
                <ns2:creationId id="{4782F47C-80DB-4131-9B85-951B31F6E763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995767" y="3486167"/>
            <a:ext cx="156762" cy="123463"/>
          </a:xfrm>
          <a:custGeom>
            <a:rect l="l" t="t" r="r" b="b"/>
            <a:pathLst>
              <a:path w="297179" h="234054">
                <a:moveTo>
                  <a:pt x="260032" y="222885"/>
                </a:moveTo>
                <a:cubicBezTo>
                  <a:pt x="268605" y="226695"/>
                  <a:pt x="278130" y="223838"/>
                  <a:pt x="281940" y="215265"/>
                </a:cubicBezTo>
                <a:cubicBezTo>
                  <a:pt x="292417" y="194310"/>
                  <a:pt x="297180" y="172403"/>
                  <a:pt x="297180" y="148590"/>
                </a:cubicBezTo>
                <a:cubicBezTo>
                  <a:pt x="297180" y="66675"/>
                  <a:pt x="230505" y="0"/>
                  <a:pt x="148590" y="0"/>
                </a:cubicBezTo>
                <a:cubicBezTo>
                  <a:pt x="66675" y="0"/>
                  <a:pt x="0" y="66675"/>
                  <a:pt x="0" y="148590"/>
                </a:cubicBezTo>
                <a:cubicBezTo>
                  <a:pt x="0" y="176213"/>
                  <a:pt x="7620" y="203835"/>
                  <a:pt x="22860" y="226695"/>
                </a:cubicBezTo>
                <a:cubicBezTo>
                  <a:pt x="27622" y="234315"/>
                  <a:pt x="38100" y="236220"/>
                  <a:pt x="45720" y="231458"/>
                </a:cubicBezTo>
                <a:cubicBezTo>
                  <a:pt x="53340" y="226695"/>
                  <a:pt x="56197" y="216218"/>
                  <a:pt x="50482" y="208598"/>
                </a:cubicBezTo>
                <a:cubicBezTo>
                  <a:pt x="39052" y="190500"/>
                  <a:pt x="33338" y="169545"/>
                  <a:pt x="33338" y="147638"/>
                </a:cubicBezTo>
                <a:cubicBezTo>
                  <a:pt x="33338" y="83820"/>
                  <a:pt x="84772" y="32385"/>
                  <a:pt x="148590" y="32385"/>
                </a:cubicBezTo>
                <a:cubicBezTo>
                  <a:pt x="212407" y="32385"/>
                  <a:pt x="263842" y="83820"/>
                  <a:pt x="263842" y="147638"/>
                </a:cubicBezTo>
                <a:cubicBezTo>
                  <a:pt x="263842" y="165735"/>
                  <a:pt x="260032" y="182880"/>
                  <a:pt x="251460" y="199073"/>
                </a:cubicBezTo>
                <a:cubicBezTo>
                  <a:pt x="248602" y="208598"/>
                  <a:pt x="251460" y="219075"/>
                  <a:pt x="260032" y="222885"/>
                </a:cubicBezTo>
                <a:lnTo>
                  <a:pt x="260032" y="22288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31" name="Google Shape;431;p30">
            <a:extLst>
              <a:ext uri="{FF2B5EF4-FFF2-40B4-BE49-F238E27FC236}">
                <ns2:creationId id="{D1D8405D-2413-4451-8711-A76C3BFF00A1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980155" y="3521923"/>
            <a:ext cx="189923" cy="226100"/>
          </a:xfrm>
          <a:custGeom>
            <a:rect l="l" t="t" r="r" b="b"/>
            <a:pathLst>
              <a:path w="360044" h="428625">
                <a:moveTo>
                  <a:pt x="343853" y="396240"/>
                </a:moveTo>
                <a:lnTo>
                  <a:pt x="321945" y="396240"/>
                </a:lnTo>
                <a:cubicBezTo>
                  <a:pt x="320040" y="391478"/>
                  <a:pt x="209550" y="141922"/>
                  <a:pt x="215265" y="155258"/>
                </a:cubicBezTo>
                <a:cubicBezTo>
                  <a:pt x="242888" y="141922"/>
                  <a:pt x="261938" y="114300"/>
                  <a:pt x="261938" y="81915"/>
                </a:cubicBezTo>
                <a:cubicBezTo>
                  <a:pt x="261938" y="36195"/>
                  <a:pt x="224790" y="0"/>
                  <a:pt x="180023" y="0"/>
                </a:cubicBezTo>
                <a:cubicBezTo>
                  <a:pt x="135255" y="0"/>
                  <a:pt x="98107" y="37147"/>
                  <a:pt x="98107" y="81915"/>
                </a:cubicBezTo>
                <a:cubicBezTo>
                  <a:pt x="98107" y="114300"/>
                  <a:pt x="117157" y="141922"/>
                  <a:pt x="144780" y="155258"/>
                </a:cubicBezTo>
                <a:cubicBezTo>
                  <a:pt x="141923" y="160972"/>
                  <a:pt x="37148" y="400050"/>
                  <a:pt x="38100" y="396240"/>
                </a:cubicBezTo>
                <a:lnTo>
                  <a:pt x="16193" y="396240"/>
                </a:lnTo>
                <a:cubicBezTo>
                  <a:pt x="6668" y="396240"/>
                  <a:pt x="0" y="403860"/>
                  <a:pt x="0" y="412433"/>
                </a:cubicBezTo>
                <a:cubicBezTo>
                  <a:pt x="0" y="421005"/>
                  <a:pt x="7620" y="428625"/>
                  <a:pt x="16193" y="428625"/>
                </a:cubicBezTo>
                <a:lnTo>
                  <a:pt x="81915" y="428625"/>
                </a:lnTo>
                <a:cubicBezTo>
                  <a:pt x="91440" y="428625"/>
                  <a:pt x="98107" y="421005"/>
                  <a:pt x="98107" y="412433"/>
                </a:cubicBezTo>
                <a:cubicBezTo>
                  <a:pt x="98107" y="403860"/>
                  <a:pt x="90488" y="396240"/>
                  <a:pt x="81915" y="396240"/>
                </a:cubicBezTo>
                <a:lnTo>
                  <a:pt x="74295" y="396240"/>
                </a:lnTo>
                <a:lnTo>
                  <a:pt x="88582" y="360997"/>
                </a:lnTo>
                <a:lnTo>
                  <a:pt x="272415" y="360997"/>
                </a:lnTo>
                <a:lnTo>
                  <a:pt x="286703" y="396240"/>
                </a:lnTo>
                <a:lnTo>
                  <a:pt x="278130" y="396240"/>
                </a:lnTo>
                <a:cubicBezTo>
                  <a:pt x="268605" y="396240"/>
                  <a:pt x="261938" y="403860"/>
                  <a:pt x="261938" y="412433"/>
                </a:cubicBezTo>
                <a:cubicBezTo>
                  <a:pt x="261938" y="421005"/>
                  <a:pt x="269557" y="428625"/>
                  <a:pt x="278130" y="428625"/>
                </a:cubicBezTo>
                <a:lnTo>
                  <a:pt x="343853" y="428625"/>
                </a:lnTo>
                <a:cubicBezTo>
                  <a:pt x="353378" y="428625"/>
                  <a:pt x="360045" y="421005"/>
                  <a:pt x="360045" y="412433"/>
                </a:cubicBezTo>
                <a:cubicBezTo>
                  <a:pt x="360045" y="403860"/>
                  <a:pt x="352425" y="396240"/>
                  <a:pt x="343853" y="396240"/>
                </a:cubicBezTo>
                <a:lnTo>
                  <a:pt x="343853" y="396240"/>
                </a:lnTo>
                <a:close/>
                <a:moveTo>
                  <a:pt x="179070" y="163830"/>
                </a:moveTo>
                <a:cubicBezTo>
                  <a:pt x="180023" y="163830"/>
                  <a:pt x="181928" y="163830"/>
                  <a:pt x="182880" y="163830"/>
                </a:cubicBezTo>
                <a:lnTo>
                  <a:pt x="212407" y="230505"/>
                </a:lnTo>
                <a:lnTo>
                  <a:pt x="145732" y="230505"/>
                </a:lnTo>
                <a:lnTo>
                  <a:pt x="175260" y="163830"/>
                </a:lnTo>
                <a:cubicBezTo>
                  <a:pt x="176213" y="163830"/>
                  <a:pt x="178118" y="163830"/>
                  <a:pt x="179070" y="163830"/>
                </a:cubicBezTo>
                <a:lnTo>
                  <a:pt x="179070" y="163830"/>
                </a:lnTo>
                <a:close/>
                <a:moveTo>
                  <a:pt x="101918" y="328613"/>
                </a:moveTo>
                <a:lnTo>
                  <a:pt x="131445" y="262890"/>
                </a:lnTo>
                <a:lnTo>
                  <a:pt x="226695" y="262890"/>
                </a:lnTo>
                <a:lnTo>
                  <a:pt x="256223" y="328613"/>
                </a:lnTo>
                <a:lnTo>
                  <a:pt x="101918" y="32861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33" name="Google Shape;433;p30">
            <a:extLst>
              <a:ext uri="{FF2B5EF4-FFF2-40B4-BE49-F238E27FC236}">
                <ns2:creationId id="{8DD40AC8-5187-43E4-8CD6-8571E44AA2EB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94322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34" name="Google Shape;434;p30">
            <a:extLst>
              <a:ext uri="{FF2B5EF4-FFF2-40B4-BE49-F238E27FC236}">
                <ns2:creationId id="{3C606E37-4CBE-4B14-92C3-56A574CA9FEE}"/>
              </a:ext>
            </a:extLst>
          </p:cNvPr>
          <p:cNvSpPr>
            <a:spLocks noGrp="1"/>
          </p:cNvSpPr>
          <p:nvPr/>
        </p:nvSpPr>
        <p:spPr>
          <a:xfrm rot="0" flipH="0" flipV="0">
            <a:off x="322897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35" name="Google Shape;435;p30">
            <a:extLst>
              <a:ext uri="{FF2B5EF4-FFF2-40B4-BE49-F238E27FC236}">
                <ns2:creationId id="{79C66174-E064-41D0-A117-251DC76E04D6}"/>
              </a:ext>
            </a:extLst>
          </p:cNvPr>
          <p:cNvSpPr>
            <a:spLocks noGrp="1"/>
          </p:cNvSpPr>
          <p:nvPr/>
        </p:nvSpPr>
        <p:spPr>
          <a:xfrm rot="0" flipH="0" flipV="0">
            <a:off x="351472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36" name="Google Shape;436;p30">
            <a:extLst>
              <a:ext uri="{FF2B5EF4-FFF2-40B4-BE49-F238E27FC236}">
                <ns2:creationId id="{64EE2B76-E62D-4223-B387-E74F3B6276CB}"/>
              </a:ext>
            </a:extLst>
          </p:cNvPr>
          <p:cNvSpPr>
            <a:spLocks noGrp="1"/>
          </p:cNvSpPr>
          <p:nvPr/>
        </p:nvSpPr>
        <p:spPr>
          <a:xfrm rot="0" flipH="0" flipV="0">
            <a:off x="380047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37" name="Google Shape;437;p30">
            <a:extLst>
              <a:ext uri="{FF2B5EF4-FFF2-40B4-BE49-F238E27FC236}">
                <ns2:creationId id="{1B70E136-966F-47A5-9C8D-87AE33EF7B83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08622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38" name="Google Shape;438;p30">
            <a:extLst>
              <a:ext uri="{FF2B5EF4-FFF2-40B4-BE49-F238E27FC236}">
                <ns2:creationId id="{510A8D2A-6958-4550-A6E7-7D510B96855C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37197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39" name="Google Shape;439;p30">
            <a:extLst>
              <a:ext uri="{FF2B5EF4-FFF2-40B4-BE49-F238E27FC236}">
                <ns2:creationId id="{10AD9653-F4EC-4760-B79A-C918D69AA566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65772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0" name="Google Shape;440;p30">
            <a:extLst>
              <a:ext uri="{FF2B5EF4-FFF2-40B4-BE49-F238E27FC236}">
                <ns2:creationId id="{4D20964E-5C38-4658-B611-B6AEEFD46F37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943475" y="4724400"/>
            <a:ext cx="104775" cy="104775"/>
          </a:xfrm>
          <a:prstGeom prst="ellipse">
            <a:avLst/>
          </a:prstGeom>
          <a:solidFill>
            <a:srgbClr val="E6907D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1" name="Google Shape;441;p30">
            <a:extLst>
              <a:ext uri="{FF2B5EF4-FFF2-40B4-BE49-F238E27FC236}">
                <ns2:creationId id="{FB7BD0B4-C658-44EB-916E-06C1FEF08F4D}"/>
              </a:ext>
            </a:extLst>
          </p:cNvPr>
          <p:cNvSpPr>
            <a:spLocks noGrp="1"/>
          </p:cNvSpPr>
          <p:nvPr/>
        </p:nvSpPr>
        <p:spPr>
          <a:xfrm rot="0" flipH="0" flipV="0">
            <a:off x="522922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2" name="Google Shape;442;p30">
            <a:extLst>
              <a:ext uri="{FF2B5EF4-FFF2-40B4-BE49-F238E27FC236}">
                <ns2:creationId id="{63F67B0D-BC29-471B-8EDD-F28450B3C599}"/>
              </a:ext>
            </a:extLst>
          </p:cNvPr>
          <p:cNvSpPr>
            <a:spLocks noGrp="1"/>
          </p:cNvSpPr>
          <p:nvPr/>
        </p:nvSpPr>
        <p:spPr>
          <a:xfrm rot="0" flipH="0" flipV="0">
            <a:off x="551497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3" name="Google Shape;443;p30">
            <a:extLst>
              <a:ext uri="{FF2B5EF4-FFF2-40B4-BE49-F238E27FC236}">
                <ns2:creationId id="{A0ED9D9D-C134-4B53-8FDA-9E4323393F27}"/>
              </a:ext>
            </a:extLst>
          </p:cNvPr>
          <p:cNvSpPr>
            <a:spLocks noGrp="1"/>
          </p:cNvSpPr>
          <p:nvPr/>
        </p:nvSpPr>
        <p:spPr>
          <a:xfrm rot="0" flipH="0" flipV="0">
            <a:off x="580072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4" name="Google Shape;444;p30">
            <a:extLst>
              <a:ext uri="{FF2B5EF4-FFF2-40B4-BE49-F238E27FC236}">
                <ns2:creationId id="{515AC70B-9C05-49A7-8002-DB02B2090E5D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08647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5" name="Google Shape;445;p30">
            <a:extLst>
              <a:ext uri="{FF2B5EF4-FFF2-40B4-BE49-F238E27FC236}">
                <ns2:creationId id="{30BC608B-6FC4-482C-9921-3BEBBC135015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37222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6" name="Google Shape;446;p30">
            <a:extLst>
              <a:ext uri="{FF2B5EF4-FFF2-40B4-BE49-F238E27FC236}">
                <ns2:creationId id="{D22BE1EF-2020-412A-8BB3-FE594F7DAFB3}"/>
              </a:ext>
            </a:extLst>
          </p:cNvPr>
          <p:cNvSpPr>
            <a:spLocks noGrp="1"/>
          </p:cNvSpPr>
          <p:nvPr/>
        </p:nvSpPr>
        <p:spPr>
          <a:xfrm rot="0" flipH="0" flipV="0">
            <a:off x="5828210" y="4718600"/>
            <a:ext cx="116400" cy="116400"/>
          </a:xfrm>
          <a:prstGeom prst="ellipse">
            <a:avLst/>
          </a:prstGeom>
          <a:noFill/>
          <a:ln w="0">
            <a:noFill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7" name="Google Shape;447;p30">
            <a:extLst>
              <a:ext uri="{FF2B5EF4-FFF2-40B4-BE49-F238E27FC236}">
                <ns2:creationId id="{413F65E5-0E7F-4DB0-B872-CAE9BE7C1276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120302" y="4718600"/>
            <a:ext cx="116400" cy="116400"/>
          </a:xfrm>
          <a:prstGeom prst="ellipse">
            <a:avLst/>
          </a:prstGeom>
          <a:noFill/>
          <a:ln w="0">
            <a:noFill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8" name="Google Shape;448;p30">
            <a:extLst>
              <a:ext uri="{FF2B5EF4-FFF2-40B4-BE49-F238E27FC236}">
                <ns2:creationId id="{F9F72BE7-C267-41A3-9926-F39888905619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412393" y="4718600"/>
            <a:ext cx="116400" cy="116400"/>
          </a:xfrm>
          <a:prstGeom prst="ellipse">
            <a:avLst/>
          </a:prstGeom>
          <a:noFill/>
          <a:ln w="0">
            <a:noFill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9" name="Google Shape;449;p30">
            <a:extLst>
              <a:ext uri="{FF2B5EF4-FFF2-40B4-BE49-F238E27FC236}">
                <ns2:creationId id="{983762A0-9DB4-4711-A975-3D50AD14AE4D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704485" y="4718600"/>
            <a:ext cx="116400" cy="116400"/>
          </a:xfrm>
          <a:prstGeom prst="ellipse">
            <a:avLst/>
          </a:prstGeom>
          <a:noFill/>
          <a:ln w="0">
            <a:noFill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50" name="Google Shape;450;p30">
            <a:extLst>
              <a:ext uri="{FF2B5EF4-FFF2-40B4-BE49-F238E27FC236}">
                <ns2:creationId id="{2F0F6D51-3E15-4B13-9F07-1A50C7BE18D1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996577" y="4718600"/>
            <a:ext cx="116400" cy="116400"/>
          </a:xfrm>
          <a:prstGeom prst="ellipse">
            <a:avLst/>
          </a:prstGeom>
          <a:noFill/>
          <a:ln w="0">
            <a:noFill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51" name="Google Shape;451;p30">
            <a:extLst>
              <a:ext uri="{FF2B5EF4-FFF2-40B4-BE49-F238E27FC236}">
                <ns2:creationId id="{5DCB5105-4926-45A9-B0C9-B665F990AFE0}"/>
              </a:ext>
            </a:extLst>
          </p:cNvPr>
          <p:cNvSpPr>
            <a:spLocks noGrp="1"/>
          </p:cNvSpPr>
          <p:nvPr/>
        </p:nvSpPr>
        <p:spPr>
          <a:xfrm rot="0" flipH="0" flipV="0">
            <a:off x="7288669" y="4718600"/>
            <a:ext cx="116400" cy="116400"/>
          </a:xfrm>
          <a:prstGeom prst="ellipse">
            <a:avLst/>
          </a:prstGeom>
          <a:noFill/>
          <a:ln w="0">
            <a:noFill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52" name="Google Shape;452;p30">
            <a:extLst>
              <a:ext uri="{FF2B5EF4-FFF2-40B4-BE49-F238E27FC236}">
                <ns2:creationId id="{93A3F592-F0E6-42D0-A9FB-90BBE0B4DF99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65747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453" name="TextBox 452"/>
          <p:cNvSpPr txBox="1"/>
          <p:nvPr/>
        </p:nvSpPr>
        <p:spPr>
          <a:xfrm>
            <a:off x="6550000" y="4880000"/>
            <a:ext cx="2360000" cy="200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5A6678"/>
                </a:solidFill>
                <a:ea typeface="微软雅黑"/>
              </a:rPr>
              <a:t>Campus Agent｜AIC-2026-15513467｜18/20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 xmlns:ns2="http://schemas.microsoft.com/office/drawing/2014/main">
        <p:nvSpPr>
          <p:cNvPr id="412" name="Google Shape;412;p30">
            <a:extLst>
              <a:ext uri="{FF2B5EF4-FFF2-40B4-BE49-F238E27FC236}">
                <ns2:creationId id="{3581DAE4-B6D1-4305-B8F1-9593290D774B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723900" y="638175"/>
            <a:ext cx="7715250" cy="504825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>
            <a:def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ea typeface="微软雅黑"/>
              </a:rPr>
              <a:t>附录 C｜证据与口径对照</a:t>
            </a:r>
            <a:endParaRPr/>
          </a:p>
        </p:txBody>
      </p:sp>
      <p:sp xmlns:ns2="http://schemas.microsoft.com/office/drawing/2014/main">
        <p:nvSpPr>
          <p:cNvPr id="413" name="Google Shape;413;p30">
            <a:extLst>
              <a:ext uri="{FF2B5EF4-FFF2-40B4-BE49-F238E27FC236}">
                <ns2:creationId id="{170973FB-1024-45C9-8181-63341B0833F0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2447925" y="1285875"/>
            <a:ext cx="5715000" cy="333375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>
            <a:def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ea typeface="微软雅黑"/>
              </a:rPr>
              <a:t>v0.2 归档</a:t>
            </a:r>
            <a:endParaRPr/>
          </a:p>
        </p:txBody>
      </p:sp>
      <p:sp xmlns:ns2="http://schemas.microsoft.com/office/drawing/2014/main">
        <p:nvSpPr>
          <p:cNvPr id="414" name="Google Shape;414;p30">
            <a:extLst>
              <a:ext uri="{FF2B5EF4-FFF2-40B4-BE49-F238E27FC236}">
                <ns2:creationId id="{709F7D91-68EB-4D9D-866A-D564F69E164D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2447925" y="2333625"/>
            <a:ext cx="5715000" cy="333375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>
            <a:def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ea typeface="微软雅黑"/>
              </a:rPr>
              <a:t>Kexu v0.5</a:t>
            </a:r>
            <a:endParaRPr/>
          </a:p>
        </p:txBody>
      </p:sp>
      <p:sp xmlns:ns2="http://schemas.microsoft.com/office/drawing/2014/main">
        <p:nvSpPr>
          <p:cNvPr id="415" name="Google Shape;415;p30">
            <a:extLst>
              <a:ext uri="{FF2B5EF4-FFF2-40B4-BE49-F238E27FC236}">
                <ns2:creationId id="{06402B99-CDC8-4785-82C2-4D0A03083F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47925" y="1704975"/>
            <a:ext cx="5715000" cy="638175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>
            <a:def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ea typeface="微软雅黑"/>
              </a:rPr>
              <a:t>2026-10-19：234 项后端测试、37 项调研检查、3 项前端检查</a:t>
            </a:r>
            <a:endParaRPr/>
          </a:p>
        </p:txBody>
      </p:sp>
      <p:sp xmlns:ns2="http://schemas.microsoft.com/office/drawing/2014/main">
        <p:nvSpPr>
          <p:cNvPr id="416" name="Google Shape;416;p30">
            <a:extLst>
              <a:ext uri="{FF2B5EF4-FFF2-40B4-BE49-F238E27FC236}">
                <ns2:creationId id="{C4FEB388-6FBA-4FE2-955C-5B529BA188BF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2447925" y="2752725"/>
            <a:ext cx="5715000" cy="638175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>
            <a:def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ea typeface="微软雅黑"/>
              </a:rPr>
              <a:t>2026-10-20 发行标签：173 项前端回归通过，语义评测 not_run</a:t>
            </a:r>
            <a:endParaRPr/>
          </a:p>
        </p:txBody>
      </p:sp>
      <p:sp xmlns:ns2="http://schemas.microsoft.com/office/drawing/2014/main">
        <p:nvSpPr>
          <p:cNvPr id="417" name="Google Shape;417;p30">
            <a:extLst>
              <a:ext uri="{FF2B5EF4-FFF2-40B4-BE49-F238E27FC236}">
                <ns2:creationId id="{2F36911B-01D3-42D7-BA6E-97F1DB1380B4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2447925" y="3800475"/>
            <a:ext cx="5715000" cy="638175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>
            <a:def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ea typeface="微软雅黑"/>
              </a:rPr>
              <a:t>两套口径对应不同代码与版本，不累加、不互相替代</a:t>
            </a:r>
            <a:endParaRPr/>
          </a:p>
        </p:txBody>
      </p:sp>
      <p:sp xmlns:ns2="http://schemas.microsoft.com/office/drawing/2014/main">
        <p:nvSpPr>
          <p:cNvPr id="418" name="Google Shape;418;p30">
            <a:extLst>
              <a:ext uri="{FF2B5EF4-FFF2-40B4-BE49-F238E27FC236}">
                <ns2:creationId id="{A083DD70-BC87-421C-8B16-0C1F9A03A9B2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2447925" y="3381375"/>
            <a:ext cx="5715000" cy="333375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>
            <a:def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ea typeface="微软雅黑"/>
              </a:rPr>
              <a:t>不合并</a:t>
            </a:r>
            <a:endParaRPr/>
          </a:p>
        </p:txBody>
      </p:sp>
      <p:sp xmlns:ns2="http://schemas.microsoft.com/office/drawing/2014/main">
        <p:nvSpPr>
          <p:cNvPr id="420" name="Google Shape;420;p30">
            <a:extLst>
              <a:ext uri="{FF2B5EF4-FFF2-40B4-BE49-F238E27FC236}">
                <ns2:creationId id="{CA0169AA-A1F2-4277-9193-E84464FAF5D3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926338" y="1224956"/>
            <a:ext cx="295982" cy="208011"/>
          </a:xfrm>
          <a:custGeom>
            <a:rect l="l" t="t" r="r" b="b"/>
            <a:pathLst>
              <a:path w="561103" h="394334">
                <a:moveTo>
                  <a:pt x="545782" y="0"/>
                </a:moveTo>
                <a:lnTo>
                  <a:pt x="337185" y="0"/>
                </a:lnTo>
                <a:lnTo>
                  <a:pt x="297180" y="120015"/>
                </a:lnTo>
                <a:cubicBezTo>
                  <a:pt x="295275" y="126683"/>
                  <a:pt x="288607" y="131445"/>
                  <a:pt x="281940" y="131445"/>
                </a:cubicBezTo>
                <a:lnTo>
                  <a:pt x="0" y="131445"/>
                </a:lnTo>
                <a:lnTo>
                  <a:pt x="0" y="378142"/>
                </a:lnTo>
                <a:cubicBezTo>
                  <a:pt x="0" y="387667"/>
                  <a:pt x="7620" y="394335"/>
                  <a:pt x="16193" y="394335"/>
                </a:cubicBezTo>
                <a:lnTo>
                  <a:pt x="33338" y="394335"/>
                </a:lnTo>
                <a:lnTo>
                  <a:pt x="33338" y="213360"/>
                </a:lnTo>
                <a:cubicBezTo>
                  <a:pt x="33338" y="185738"/>
                  <a:pt x="55245" y="163830"/>
                  <a:pt x="82868" y="163830"/>
                </a:cubicBezTo>
                <a:lnTo>
                  <a:pt x="478155" y="163830"/>
                </a:lnTo>
                <a:cubicBezTo>
                  <a:pt x="505777" y="163830"/>
                  <a:pt x="527685" y="185738"/>
                  <a:pt x="527685" y="213360"/>
                </a:cubicBezTo>
                <a:lnTo>
                  <a:pt x="527685" y="394335"/>
                </a:lnTo>
                <a:lnTo>
                  <a:pt x="544830" y="394335"/>
                </a:lnTo>
                <a:cubicBezTo>
                  <a:pt x="554355" y="394335"/>
                  <a:pt x="561023" y="386715"/>
                  <a:pt x="561023" y="378142"/>
                </a:cubicBezTo>
                <a:lnTo>
                  <a:pt x="561023" y="16192"/>
                </a:lnTo>
                <a:cubicBezTo>
                  <a:pt x="561975" y="7620"/>
                  <a:pt x="554355" y="0"/>
                  <a:pt x="545782" y="0"/>
                </a:cubicBezTo>
                <a:lnTo>
                  <a:pt x="54578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21" name="Google Shape;421;p30">
            <a:extLst>
              <a:ext uri="{FF2B5EF4-FFF2-40B4-BE49-F238E27FC236}">
                <ns2:creationId id="{7D58F840-3765-4700-AC71-09BA5D34424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926842" y="1224956"/>
            <a:ext cx="159274" cy="52254"/>
          </a:xfrm>
          <a:custGeom>
            <a:rect l="l" t="t" r="r" b="b"/>
            <a:pathLst>
              <a:path w="301942" h="99059">
                <a:moveTo>
                  <a:pt x="268605" y="99060"/>
                </a:moveTo>
                <a:lnTo>
                  <a:pt x="301943" y="0"/>
                </a:lnTo>
                <a:lnTo>
                  <a:pt x="16193" y="0"/>
                </a:lnTo>
                <a:cubicBezTo>
                  <a:pt x="6668" y="0"/>
                  <a:pt x="0" y="7620"/>
                  <a:pt x="0" y="16192"/>
                </a:cubicBezTo>
                <a:lnTo>
                  <a:pt x="0" y="98108"/>
                </a:lnTo>
                <a:lnTo>
                  <a:pt x="268605" y="98108"/>
                </a:lnTo>
                <a:close/>
                <a:moveTo>
                  <a:pt x="214313" y="33338"/>
                </a:moveTo>
                <a:cubicBezTo>
                  <a:pt x="223838" y="33338"/>
                  <a:pt x="230505" y="40958"/>
                  <a:pt x="230505" y="49530"/>
                </a:cubicBezTo>
                <a:cubicBezTo>
                  <a:pt x="230505" y="58103"/>
                  <a:pt x="222885" y="65722"/>
                  <a:pt x="214313" y="65722"/>
                </a:cubicBezTo>
                <a:cubicBezTo>
                  <a:pt x="205740" y="65722"/>
                  <a:pt x="198120" y="58103"/>
                  <a:pt x="198120" y="49530"/>
                </a:cubicBezTo>
                <a:cubicBezTo>
                  <a:pt x="198120" y="40958"/>
                  <a:pt x="204788" y="33338"/>
                  <a:pt x="214313" y="33338"/>
                </a:cubicBezTo>
                <a:lnTo>
                  <a:pt x="214313" y="33338"/>
                </a:lnTo>
                <a:close/>
                <a:moveTo>
                  <a:pt x="148590" y="33338"/>
                </a:moveTo>
                <a:cubicBezTo>
                  <a:pt x="158115" y="33338"/>
                  <a:pt x="164783" y="40958"/>
                  <a:pt x="164783" y="49530"/>
                </a:cubicBezTo>
                <a:cubicBezTo>
                  <a:pt x="164783" y="58103"/>
                  <a:pt x="157163" y="65722"/>
                  <a:pt x="148590" y="65722"/>
                </a:cubicBezTo>
                <a:cubicBezTo>
                  <a:pt x="140018" y="65722"/>
                  <a:pt x="132398" y="58103"/>
                  <a:pt x="132398" y="49530"/>
                </a:cubicBezTo>
                <a:cubicBezTo>
                  <a:pt x="132398" y="40958"/>
                  <a:pt x="139065" y="33338"/>
                  <a:pt x="148590" y="33338"/>
                </a:cubicBezTo>
                <a:lnTo>
                  <a:pt x="148590" y="33338"/>
                </a:lnTo>
                <a:close/>
                <a:moveTo>
                  <a:pt x="82868" y="33338"/>
                </a:moveTo>
                <a:cubicBezTo>
                  <a:pt x="92393" y="33338"/>
                  <a:pt x="99060" y="40958"/>
                  <a:pt x="99060" y="49530"/>
                </a:cubicBezTo>
                <a:cubicBezTo>
                  <a:pt x="99060" y="58103"/>
                  <a:pt x="91440" y="65722"/>
                  <a:pt x="82868" y="65722"/>
                </a:cubicBezTo>
                <a:cubicBezTo>
                  <a:pt x="74295" y="65722"/>
                  <a:pt x="66675" y="58103"/>
                  <a:pt x="66675" y="49530"/>
                </a:cubicBezTo>
                <a:cubicBezTo>
                  <a:pt x="66675" y="40958"/>
                  <a:pt x="73343" y="33338"/>
                  <a:pt x="82868" y="33338"/>
                </a:cubicBezTo>
                <a:lnTo>
                  <a:pt x="82868" y="3333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22" name="Google Shape;422;p30">
            <a:extLst>
              <a:ext uri="{FF2B5EF4-FFF2-40B4-BE49-F238E27FC236}">
                <ns2:creationId id="{6DCD9D2F-36B1-41AF-B569-01653B99AF3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961591" y="1329202"/>
            <a:ext cx="225640" cy="173343"/>
          </a:xfrm>
          <a:custGeom>
            <a:rect l="l" t="t" r="r" b="b"/>
            <a:pathLst>
              <a:path w="427753" h="328612">
                <a:moveTo>
                  <a:pt x="411480" y="0"/>
                </a:moveTo>
                <a:lnTo>
                  <a:pt x="16193" y="0"/>
                </a:lnTo>
                <a:cubicBezTo>
                  <a:pt x="6668" y="0"/>
                  <a:pt x="0" y="7620"/>
                  <a:pt x="0" y="16192"/>
                </a:cubicBezTo>
                <a:lnTo>
                  <a:pt x="0" y="312420"/>
                </a:lnTo>
                <a:cubicBezTo>
                  <a:pt x="0" y="321945"/>
                  <a:pt x="7620" y="328613"/>
                  <a:pt x="16193" y="328613"/>
                </a:cubicBezTo>
                <a:lnTo>
                  <a:pt x="411480" y="328613"/>
                </a:lnTo>
                <a:cubicBezTo>
                  <a:pt x="421005" y="328613"/>
                  <a:pt x="427673" y="320992"/>
                  <a:pt x="427673" y="312420"/>
                </a:cubicBezTo>
                <a:lnTo>
                  <a:pt x="427673" y="16192"/>
                </a:lnTo>
                <a:cubicBezTo>
                  <a:pt x="428625" y="7620"/>
                  <a:pt x="421005" y="0"/>
                  <a:pt x="411480" y="0"/>
                </a:cubicBezTo>
                <a:lnTo>
                  <a:pt x="411480" y="0"/>
                </a:lnTo>
                <a:close/>
                <a:moveTo>
                  <a:pt x="313373" y="49530"/>
                </a:moveTo>
                <a:cubicBezTo>
                  <a:pt x="322898" y="49530"/>
                  <a:pt x="329565" y="57150"/>
                  <a:pt x="329565" y="65723"/>
                </a:cubicBezTo>
                <a:cubicBezTo>
                  <a:pt x="329565" y="74295"/>
                  <a:pt x="321945" y="81915"/>
                  <a:pt x="313373" y="81915"/>
                </a:cubicBezTo>
                <a:cubicBezTo>
                  <a:pt x="304800" y="81915"/>
                  <a:pt x="297180" y="74295"/>
                  <a:pt x="297180" y="65723"/>
                </a:cubicBezTo>
                <a:cubicBezTo>
                  <a:pt x="297180" y="57150"/>
                  <a:pt x="303848" y="49530"/>
                  <a:pt x="313373" y="49530"/>
                </a:cubicBezTo>
                <a:lnTo>
                  <a:pt x="313373" y="49530"/>
                </a:lnTo>
                <a:close/>
                <a:moveTo>
                  <a:pt x="247650" y="49530"/>
                </a:moveTo>
                <a:cubicBezTo>
                  <a:pt x="257175" y="49530"/>
                  <a:pt x="263843" y="57150"/>
                  <a:pt x="263843" y="65723"/>
                </a:cubicBezTo>
                <a:cubicBezTo>
                  <a:pt x="263843" y="74295"/>
                  <a:pt x="256223" y="81915"/>
                  <a:pt x="247650" y="81915"/>
                </a:cubicBezTo>
                <a:cubicBezTo>
                  <a:pt x="239077" y="81915"/>
                  <a:pt x="231457" y="74295"/>
                  <a:pt x="231457" y="65723"/>
                </a:cubicBezTo>
                <a:cubicBezTo>
                  <a:pt x="231457" y="57150"/>
                  <a:pt x="238125" y="49530"/>
                  <a:pt x="247650" y="49530"/>
                </a:cubicBezTo>
                <a:lnTo>
                  <a:pt x="247650" y="49530"/>
                </a:lnTo>
                <a:close/>
                <a:moveTo>
                  <a:pt x="230505" y="132398"/>
                </a:moveTo>
                <a:cubicBezTo>
                  <a:pt x="230505" y="141923"/>
                  <a:pt x="222885" y="148590"/>
                  <a:pt x="214313" y="148590"/>
                </a:cubicBezTo>
                <a:lnTo>
                  <a:pt x="115252" y="148590"/>
                </a:lnTo>
                <a:cubicBezTo>
                  <a:pt x="105727" y="148590"/>
                  <a:pt x="99060" y="140970"/>
                  <a:pt x="99060" y="132398"/>
                </a:cubicBezTo>
                <a:cubicBezTo>
                  <a:pt x="99060" y="123825"/>
                  <a:pt x="106680" y="116205"/>
                  <a:pt x="115252" y="116205"/>
                </a:cubicBezTo>
                <a:lnTo>
                  <a:pt x="214313" y="116205"/>
                </a:lnTo>
                <a:cubicBezTo>
                  <a:pt x="223838" y="115253"/>
                  <a:pt x="230505" y="122873"/>
                  <a:pt x="230505" y="132398"/>
                </a:cubicBezTo>
                <a:lnTo>
                  <a:pt x="230505" y="132398"/>
                </a:lnTo>
                <a:close/>
                <a:moveTo>
                  <a:pt x="82868" y="49530"/>
                </a:moveTo>
                <a:lnTo>
                  <a:pt x="180975" y="49530"/>
                </a:lnTo>
                <a:cubicBezTo>
                  <a:pt x="190500" y="49530"/>
                  <a:pt x="197168" y="57150"/>
                  <a:pt x="197168" y="65723"/>
                </a:cubicBezTo>
                <a:cubicBezTo>
                  <a:pt x="197168" y="74295"/>
                  <a:pt x="189548" y="81915"/>
                  <a:pt x="180975" y="81915"/>
                </a:cubicBezTo>
                <a:lnTo>
                  <a:pt x="81915" y="81915"/>
                </a:lnTo>
                <a:cubicBezTo>
                  <a:pt x="72390" y="81915"/>
                  <a:pt x="65723" y="74295"/>
                  <a:pt x="65723" y="65723"/>
                </a:cubicBezTo>
                <a:cubicBezTo>
                  <a:pt x="65723" y="57150"/>
                  <a:pt x="73343" y="49530"/>
                  <a:pt x="82868" y="49530"/>
                </a:cubicBezTo>
                <a:lnTo>
                  <a:pt x="82868" y="49530"/>
                </a:lnTo>
                <a:close/>
                <a:moveTo>
                  <a:pt x="82868" y="181928"/>
                </a:moveTo>
                <a:cubicBezTo>
                  <a:pt x="92393" y="181928"/>
                  <a:pt x="99060" y="189548"/>
                  <a:pt x="99060" y="198120"/>
                </a:cubicBezTo>
                <a:cubicBezTo>
                  <a:pt x="99060" y="206692"/>
                  <a:pt x="91440" y="214313"/>
                  <a:pt x="82868" y="214313"/>
                </a:cubicBezTo>
                <a:cubicBezTo>
                  <a:pt x="74295" y="214313"/>
                  <a:pt x="66675" y="206692"/>
                  <a:pt x="66675" y="198120"/>
                </a:cubicBezTo>
                <a:cubicBezTo>
                  <a:pt x="66675" y="189548"/>
                  <a:pt x="73343" y="181928"/>
                  <a:pt x="82868" y="181928"/>
                </a:cubicBezTo>
                <a:lnTo>
                  <a:pt x="82868" y="181928"/>
                </a:lnTo>
                <a:close/>
                <a:moveTo>
                  <a:pt x="180975" y="280035"/>
                </a:moveTo>
                <a:lnTo>
                  <a:pt x="81915" y="280035"/>
                </a:lnTo>
                <a:cubicBezTo>
                  <a:pt x="72390" y="280035"/>
                  <a:pt x="65723" y="272415"/>
                  <a:pt x="65723" y="263842"/>
                </a:cubicBezTo>
                <a:cubicBezTo>
                  <a:pt x="65723" y="255270"/>
                  <a:pt x="73343" y="247650"/>
                  <a:pt x="81915" y="247650"/>
                </a:cubicBezTo>
                <a:lnTo>
                  <a:pt x="180975" y="247650"/>
                </a:lnTo>
                <a:cubicBezTo>
                  <a:pt x="190500" y="247650"/>
                  <a:pt x="197168" y="255270"/>
                  <a:pt x="197168" y="263842"/>
                </a:cubicBezTo>
                <a:cubicBezTo>
                  <a:pt x="197168" y="272415"/>
                  <a:pt x="190500" y="280035"/>
                  <a:pt x="180975" y="280035"/>
                </a:cubicBezTo>
                <a:lnTo>
                  <a:pt x="180975" y="280035"/>
                </a:lnTo>
                <a:close/>
                <a:moveTo>
                  <a:pt x="214313" y="214313"/>
                </a:moveTo>
                <a:lnTo>
                  <a:pt x="148590" y="214313"/>
                </a:lnTo>
                <a:cubicBezTo>
                  <a:pt x="139065" y="214313"/>
                  <a:pt x="132398" y="206692"/>
                  <a:pt x="132398" y="198120"/>
                </a:cubicBezTo>
                <a:cubicBezTo>
                  <a:pt x="132398" y="189548"/>
                  <a:pt x="140018" y="181928"/>
                  <a:pt x="148590" y="181928"/>
                </a:cubicBezTo>
                <a:lnTo>
                  <a:pt x="214313" y="181928"/>
                </a:lnTo>
                <a:cubicBezTo>
                  <a:pt x="223838" y="181928"/>
                  <a:pt x="230505" y="189548"/>
                  <a:pt x="230505" y="198120"/>
                </a:cubicBezTo>
                <a:cubicBezTo>
                  <a:pt x="230505" y="206692"/>
                  <a:pt x="223838" y="214313"/>
                  <a:pt x="214313" y="214313"/>
                </a:cubicBezTo>
                <a:lnTo>
                  <a:pt x="214313" y="214313"/>
                </a:lnTo>
                <a:close/>
                <a:moveTo>
                  <a:pt x="313373" y="280035"/>
                </a:moveTo>
                <a:lnTo>
                  <a:pt x="247650" y="280035"/>
                </a:lnTo>
                <a:cubicBezTo>
                  <a:pt x="238125" y="280035"/>
                  <a:pt x="231457" y="272415"/>
                  <a:pt x="231457" y="263842"/>
                </a:cubicBezTo>
                <a:cubicBezTo>
                  <a:pt x="231457" y="255270"/>
                  <a:pt x="239077" y="247650"/>
                  <a:pt x="247650" y="247650"/>
                </a:cubicBezTo>
                <a:lnTo>
                  <a:pt x="313373" y="247650"/>
                </a:lnTo>
                <a:cubicBezTo>
                  <a:pt x="322898" y="247650"/>
                  <a:pt x="329565" y="255270"/>
                  <a:pt x="329565" y="263842"/>
                </a:cubicBezTo>
                <a:cubicBezTo>
                  <a:pt x="329565" y="272415"/>
                  <a:pt x="321945" y="280035"/>
                  <a:pt x="313373" y="280035"/>
                </a:cubicBezTo>
                <a:lnTo>
                  <a:pt x="313373" y="280035"/>
                </a:lnTo>
                <a:close/>
                <a:moveTo>
                  <a:pt x="345757" y="214313"/>
                </a:moveTo>
                <a:lnTo>
                  <a:pt x="280035" y="214313"/>
                </a:lnTo>
                <a:cubicBezTo>
                  <a:pt x="270510" y="214313"/>
                  <a:pt x="263843" y="206692"/>
                  <a:pt x="263843" y="198120"/>
                </a:cubicBezTo>
                <a:cubicBezTo>
                  <a:pt x="263843" y="189548"/>
                  <a:pt x="271463" y="181928"/>
                  <a:pt x="280035" y="181928"/>
                </a:cubicBezTo>
                <a:lnTo>
                  <a:pt x="345757" y="181928"/>
                </a:lnTo>
                <a:cubicBezTo>
                  <a:pt x="355282" y="181928"/>
                  <a:pt x="361950" y="189548"/>
                  <a:pt x="361950" y="198120"/>
                </a:cubicBezTo>
                <a:cubicBezTo>
                  <a:pt x="361950" y="206692"/>
                  <a:pt x="355282" y="214313"/>
                  <a:pt x="345757" y="214313"/>
                </a:cubicBezTo>
                <a:lnTo>
                  <a:pt x="345757" y="21431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24" name="Google Shape;424;p30">
            <a:extLst>
              <a:ext uri="{FF2B5EF4-FFF2-40B4-BE49-F238E27FC236}">
                <ns2:creationId id="{62CF1A50-B247-41D7-8C17-E66AD6682E30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030780" y="2416656"/>
            <a:ext cx="17585" cy="52254"/>
          </a:xfrm>
          <a:custGeom>
            <a:rect l="l" t="t" r="r" b="b"/>
            <a:pathLst>
              <a:path w="33337" h="99059">
                <a:moveTo>
                  <a:pt x="0" y="0"/>
                </a:moveTo>
                <a:lnTo>
                  <a:pt x="33338" y="0"/>
                </a:lnTo>
                <a:lnTo>
                  <a:pt x="33338" y="99060"/>
                </a:lnTo>
                <a:lnTo>
                  <a:pt x="0" y="9906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25" name="Google Shape;425;p30">
            <a:extLst>
              <a:ext uri="{FF2B5EF4-FFF2-40B4-BE49-F238E27FC236}">
                <ns2:creationId id="{CC6225CF-802C-41C1-B2E1-5EB705C25CFC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066032" y="2399030"/>
            <a:ext cx="17585" cy="69337"/>
          </a:xfrm>
          <a:custGeom>
            <a:rect l="l" t="t" r="r" b="b"/>
            <a:pathLst>
              <a:path w="33337" h="131445">
                <a:moveTo>
                  <a:pt x="0" y="0"/>
                </a:moveTo>
                <a:lnTo>
                  <a:pt x="33338" y="0"/>
                </a:lnTo>
                <a:lnTo>
                  <a:pt x="33338" y="131445"/>
                </a:lnTo>
                <a:lnTo>
                  <a:pt x="0" y="13144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26" name="Google Shape;426;p30">
            <a:extLst>
              <a:ext uri="{FF2B5EF4-FFF2-40B4-BE49-F238E27FC236}">
                <ns2:creationId id="{0459F57A-7AC8-4A4A-BA6C-FB30486D1AE6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100781" y="2451405"/>
            <a:ext cx="17585" cy="17585"/>
          </a:xfrm>
          <a:custGeom>
            <a:rect l="l" t="t" r="r" b="b"/>
            <a:pathLst>
              <a:path w="33337" h="33337">
                <a:moveTo>
                  <a:pt x="0" y="0"/>
                </a:moveTo>
                <a:lnTo>
                  <a:pt x="33337" y="0"/>
                </a:lnTo>
                <a:lnTo>
                  <a:pt x="33337" y="33337"/>
                </a:lnTo>
                <a:lnTo>
                  <a:pt x="0" y="3333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27" name="Google Shape;427;p30">
            <a:extLst>
              <a:ext uri="{FF2B5EF4-FFF2-40B4-BE49-F238E27FC236}">
                <ns2:creationId id="{21D4F05F-0CC1-4C45-A69F-E23BFA2CE58C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961282" y="2329029"/>
            <a:ext cx="226100" cy="296442"/>
          </a:xfrm>
          <a:custGeom>
            <a:rect l="l" t="t" r="r" b="b"/>
            <a:pathLst>
              <a:path w="428625" h="561975">
                <a:moveTo>
                  <a:pt x="428625" y="215265"/>
                </a:moveTo>
                <a:cubicBezTo>
                  <a:pt x="428625" y="96203"/>
                  <a:pt x="332423" y="0"/>
                  <a:pt x="214313" y="0"/>
                </a:cubicBezTo>
                <a:cubicBezTo>
                  <a:pt x="96203" y="0"/>
                  <a:pt x="0" y="96203"/>
                  <a:pt x="0" y="215265"/>
                </a:cubicBezTo>
                <a:cubicBezTo>
                  <a:pt x="0" y="366713"/>
                  <a:pt x="109538" y="480060"/>
                  <a:pt x="166688" y="529590"/>
                </a:cubicBezTo>
                <a:lnTo>
                  <a:pt x="82868" y="529590"/>
                </a:lnTo>
                <a:cubicBezTo>
                  <a:pt x="73343" y="529590"/>
                  <a:pt x="66675" y="537210"/>
                  <a:pt x="66675" y="545782"/>
                </a:cubicBezTo>
                <a:cubicBezTo>
                  <a:pt x="66675" y="555307"/>
                  <a:pt x="74295" y="561975"/>
                  <a:pt x="82868" y="561975"/>
                </a:cubicBezTo>
                <a:lnTo>
                  <a:pt x="346710" y="561975"/>
                </a:lnTo>
                <a:cubicBezTo>
                  <a:pt x="356235" y="561975"/>
                  <a:pt x="362903" y="554355"/>
                  <a:pt x="362903" y="545782"/>
                </a:cubicBezTo>
                <a:cubicBezTo>
                  <a:pt x="362903" y="536257"/>
                  <a:pt x="355283" y="529590"/>
                  <a:pt x="346710" y="529590"/>
                </a:cubicBezTo>
                <a:lnTo>
                  <a:pt x="262890" y="529590"/>
                </a:lnTo>
                <a:cubicBezTo>
                  <a:pt x="319088" y="480060"/>
                  <a:pt x="428625" y="365760"/>
                  <a:pt x="428625" y="215265"/>
                </a:cubicBezTo>
                <a:lnTo>
                  <a:pt x="428625" y="215265"/>
                </a:lnTo>
                <a:close/>
                <a:moveTo>
                  <a:pt x="115253" y="297180"/>
                </a:moveTo>
                <a:cubicBezTo>
                  <a:pt x="105728" y="297180"/>
                  <a:pt x="99060" y="289560"/>
                  <a:pt x="99060" y="280988"/>
                </a:cubicBezTo>
                <a:cubicBezTo>
                  <a:pt x="99060" y="280988"/>
                  <a:pt x="99060" y="193357"/>
                  <a:pt x="99060" y="149543"/>
                </a:cubicBezTo>
                <a:cubicBezTo>
                  <a:pt x="99060" y="140018"/>
                  <a:pt x="106680" y="133350"/>
                  <a:pt x="115253" y="133350"/>
                </a:cubicBezTo>
                <a:lnTo>
                  <a:pt x="164783" y="133350"/>
                </a:lnTo>
                <a:lnTo>
                  <a:pt x="164783" y="117157"/>
                </a:lnTo>
                <a:cubicBezTo>
                  <a:pt x="164783" y="107632"/>
                  <a:pt x="172403" y="100965"/>
                  <a:pt x="180975" y="100965"/>
                </a:cubicBezTo>
                <a:lnTo>
                  <a:pt x="246698" y="100965"/>
                </a:lnTo>
                <a:cubicBezTo>
                  <a:pt x="256223" y="100965"/>
                  <a:pt x="262890" y="108585"/>
                  <a:pt x="262890" y="117157"/>
                </a:cubicBezTo>
                <a:lnTo>
                  <a:pt x="262890" y="199072"/>
                </a:lnTo>
                <a:lnTo>
                  <a:pt x="312420" y="199072"/>
                </a:lnTo>
                <a:cubicBezTo>
                  <a:pt x="321945" y="199072"/>
                  <a:pt x="328613" y="206693"/>
                  <a:pt x="328613" y="215265"/>
                </a:cubicBezTo>
                <a:lnTo>
                  <a:pt x="328613" y="280988"/>
                </a:lnTo>
                <a:cubicBezTo>
                  <a:pt x="328613" y="290513"/>
                  <a:pt x="320993" y="297180"/>
                  <a:pt x="312420" y="297180"/>
                </a:cubicBezTo>
                <a:lnTo>
                  <a:pt x="115253" y="29718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29" name="Google Shape;429;p30">
            <a:extLst>
              <a:ext uri="{FF2B5EF4-FFF2-40B4-BE49-F238E27FC236}">
                <ns2:creationId id="{EE18F6A4-07E0-4242-9335-A7DF4B111576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961521" y="3451922"/>
            <a:ext cx="225601" cy="176722"/>
          </a:xfrm>
          <a:custGeom>
            <a:rect l="l" t="t" r="r" b="b"/>
            <a:pathLst>
              <a:path w="427679" h="335018">
                <a:moveTo>
                  <a:pt x="214313" y="0"/>
                </a:moveTo>
                <a:cubicBezTo>
                  <a:pt x="96203" y="0"/>
                  <a:pt x="0" y="96203"/>
                  <a:pt x="0" y="214313"/>
                </a:cubicBezTo>
                <a:cubicBezTo>
                  <a:pt x="0" y="254318"/>
                  <a:pt x="11430" y="293370"/>
                  <a:pt x="32385" y="327660"/>
                </a:cubicBezTo>
                <a:cubicBezTo>
                  <a:pt x="37148" y="335280"/>
                  <a:pt x="47625" y="337185"/>
                  <a:pt x="55245" y="332422"/>
                </a:cubicBezTo>
                <a:cubicBezTo>
                  <a:pt x="62865" y="327660"/>
                  <a:pt x="65723" y="317182"/>
                  <a:pt x="60008" y="309563"/>
                </a:cubicBezTo>
                <a:cubicBezTo>
                  <a:pt x="41910" y="280988"/>
                  <a:pt x="32385" y="247650"/>
                  <a:pt x="32385" y="213360"/>
                </a:cubicBezTo>
                <a:cubicBezTo>
                  <a:pt x="32385" y="113347"/>
                  <a:pt x="113348" y="32385"/>
                  <a:pt x="213360" y="32385"/>
                </a:cubicBezTo>
                <a:cubicBezTo>
                  <a:pt x="313373" y="32385"/>
                  <a:pt x="394335" y="113347"/>
                  <a:pt x="394335" y="213360"/>
                </a:cubicBezTo>
                <a:cubicBezTo>
                  <a:pt x="394335" y="241935"/>
                  <a:pt x="387668" y="268605"/>
                  <a:pt x="375285" y="294322"/>
                </a:cubicBezTo>
                <a:cubicBezTo>
                  <a:pt x="371475" y="302895"/>
                  <a:pt x="374333" y="312420"/>
                  <a:pt x="382905" y="316230"/>
                </a:cubicBezTo>
                <a:cubicBezTo>
                  <a:pt x="390525" y="320040"/>
                  <a:pt x="401003" y="317182"/>
                  <a:pt x="404813" y="308610"/>
                </a:cubicBezTo>
                <a:cubicBezTo>
                  <a:pt x="420053" y="279082"/>
                  <a:pt x="427673" y="246697"/>
                  <a:pt x="427673" y="212407"/>
                </a:cubicBezTo>
                <a:cubicBezTo>
                  <a:pt x="428625" y="96203"/>
                  <a:pt x="332423" y="0"/>
                  <a:pt x="214313" y="0"/>
                </a:cubicBezTo>
                <a:lnTo>
                  <a:pt x="21431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30" name="Google Shape;430;p30">
            <a:extLst>
              <a:ext uri="{FF2B5EF4-FFF2-40B4-BE49-F238E27FC236}">
                <ns2:creationId id="{4782F47C-80DB-4131-9B85-951B31F6E763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995767" y="3486167"/>
            <a:ext cx="156762" cy="123463"/>
          </a:xfrm>
          <a:custGeom>
            <a:rect l="l" t="t" r="r" b="b"/>
            <a:pathLst>
              <a:path w="297179" h="234054">
                <a:moveTo>
                  <a:pt x="260032" y="222885"/>
                </a:moveTo>
                <a:cubicBezTo>
                  <a:pt x="268605" y="226695"/>
                  <a:pt x="278130" y="223838"/>
                  <a:pt x="281940" y="215265"/>
                </a:cubicBezTo>
                <a:cubicBezTo>
                  <a:pt x="292417" y="194310"/>
                  <a:pt x="297180" y="172403"/>
                  <a:pt x="297180" y="148590"/>
                </a:cubicBezTo>
                <a:cubicBezTo>
                  <a:pt x="297180" y="66675"/>
                  <a:pt x="230505" y="0"/>
                  <a:pt x="148590" y="0"/>
                </a:cubicBezTo>
                <a:cubicBezTo>
                  <a:pt x="66675" y="0"/>
                  <a:pt x="0" y="66675"/>
                  <a:pt x="0" y="148590"/>
                </a:cubicBezTo>
                <a:cubicBezTo>
                  <a:pt x="0" y="176213"/>
                  <a:pt x="7620" y="203835"/>
                  <a:pt x="22860" y="226695"/>
                </a:cubicBezTo>
                <a:cubicBezTo>
                  <a:pt x="27622" y="234315"/>
                  <a:pt x="38100" y="236220"/>
                  <a:pt x="45720" y="231458"/>
                </a:cubicBezTo>
                <a:cubicBezTo>
                  <a:pt x="53340" y="226695"/>
                  <a:pt x="56197" y="216218"/>
                  <a:pt x="50482" y="208598"/>
                </a:cubicBezTo>
                <a:cubicBezTo>
                  <a:pt x="39052" y="190500"/>
                  <a:pt x="33338" y="169545"/>
                  <a:pt x="33338" y="147638"/>
                </a:cubicBezTo>
                <a:cubicBezTo>
                  <a:pt x="33338" y="83820"/>
                  <a:pt x="84772" y="32385"/>
                  <a:pt x="148590" y="32385"/>
                </a:cubicBezTo>
                <a:cubicBezTo>
                  <a:pt x="212407" y="32385"/>
                  <a:pt x="263842" y="83820"/>
                  <a:pt x="263842" y="147638"/>
                </a:cubicBezTo>
                <a:cubicBezTo>
                  <a:pt x="263842" y="165735"/>
                  <a:pt x="260032" y="182880"/>
                  <a:pt x="251460" y="199073"/>
                </a:cubicBezTo>
                <a:cubicBezTo>
                  <a:pt x="248602" y="208598"/>
                  <a:pt x="251460" y="219075"/>
                  <a:pt x="260032" y="222885"/>
                </a:cubicBezTo>
                <a:lnTo>
                  <a:pt x="260032" y="22288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31" name="Google Shape;431;p30">
            <a:extLst>
              <a:ext uri="{FF2B5EF4-FFF2-40B4-BE49-F238E27FC236}">
                <ns2:creationId id="{D1D8405D-2413-4451-8711-A76C3BFF00A1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980155" y="3521923"/>
            <a:ext cx="189923" cy="226100"/>
          </a:xfrm>
          <a:custGeom>
            <a:rect l="l" t="t" r="r" b="b"/>
            <a:pathLst>
              <a:path w="360044" h="428625">
                <a:moveTo>
                  <a:pt x="343853" y="396240"/>
                </a:moveTo>
                <a:lnTo>
                  <a:pt x="321945" y="396240"/>
                </a:lnTo>
                <a:cubicBezTo>
                  <a:pt x="320040" y="391478"/>
                  <a:pt x="209550" y="141922"/>
                  <a:pt x="215265" y="155258"/>
                </a:cubicBezTo>
                <a:cubicBezTo>
                  <a:pt x="242888" y="141922"/>
                  <a:pt x="261938" y="114300"/>
                  <a:pt x="261938" y="81915"/>
                </a:cubicBezTo>
                <a:cubicBezTo>
                  <a:pt x="261938" y="36195"/>
                  <a:pt x="224790" y="0"/>
                  <a:pt x="180023" y="0"/>
                </a:cubicBezTo>
                <a:cubicBezTo>
                  <a:pt x="135255" y="0"/>
                  <a:pt x="98107" y="37147"/>
                  <a:pt x="98107" y="81915"/>
                </a:cubicBezTo>
                <a:cubicBezTo>
                  <a:pt x="98107" y="114300"/>
                  <a:pt x="117157" y="141922"/>
                  <a:pt x="144780" y="155258"/>
                </a:cubicBezTo>
                <a:cubicBezTo>
                  <a:pt x="141923" y="160972"/>
                  <a:pt x="37148" y="400050"/>
                  <a:pt x="38100" y="396240"/>
                </a:cubicBezTo>
                <a:lnTo>
                  <a:pt x="16193" y="396240"/>
                </a:lnTo>
                <a:cubicBezTo>
                  <a:pt x="6668" y="396240"/>
                  <a:pt x="0" y="403860"/>
                  <a:pt x="0" y="412433"/>
                </a:cubicBezTo>
                <a:cubicBezTo>
                  <a:pt x="0" y="421005"/>
                  <a:pt x="7620" y="428625"/>
                  <a:pt x="16193" y="428625"/>
                </a:cubicBezTo>
                <a:lnTo>
                  <a:pt x="81915" y="428625"/>
                </a:lnTo>
                <a:cubicBezTo>
                  <a:pt x="91440" y="428625"/>
                  <a:pt x="98107" y="421005"/>
                  <a:pt x="98107" y="412433"/>
                </a:cubicBezTo>
                <a:cubicBezTo>
                  <a:pt x="98107" y="403860"/>
                  <a:pt x="90488" y="396240"/>
                  <a:pt x="81915" y="396240"/>
                </a:cubicBezTo>
                <a:lnTo>
                  <a:pt x="74295" y="396240"/>
                </a:lnTo>
                <a:lnTo>
                  <a:pt x="88582" y="360997"/>
                </a:lnTo>
                <a:lnTo>
                  <a:pt x="272415" y="360997"/>
                </a:lnTo>
                <a:lnTo>
                  <a:pt x="286703" y="396240"/>
                </a:lnTo>
                <a:lnTo>
                  <a:pt x="278130" y="396240"/>
                </a:lnTo>
                <a:cubicBezTo>
                  <a:pt x="268605" y="396240"/>
                  <a:pt x="261938" y="403860"/>
                  <a:pt x="261938" y="412433"/>
                </a:cubicBezTo>
                <a:cubicBezTo>
                  <a:pt x="261938" y="421005"/>
                  <a:pt x="269557" y="428625"/>
                  <a:pt x="278130" y="428625"/>
                </a:cubicBezTo>
                <a:lnTo>
                  <a:pt x="343853" y="428625"/>
                </a:lnTo>
                <a:cubicBezTo>
                  <a:pt x="353378" y="428625"/>
                  <a:pt x="360045" y="421005"/>
                  <a:pt x="360045" y="412433"/>
                </a:cubicBezTo>
                <a:cubicBezTo>
                  <a:pt x="360045" y="403860"/>
                  <a:pt x="352425" y="396240"/>
                  <a:pt x="343853" y="396240"/>
                </a:cubicBezTo>
                <a:lnTo>
                  <a:pt x="343853" y="396240"/>
                </a:lnTo>
                <a:close/>
                <a:moveTo>
                  <a:pt x="179070" y="163830"/>
                </a:moveTo>
                <a:cubicBezTo>
                  <a:pt x="180023" y="163830"/>
                  <a:pt x="181928" y="163830"/>
                  <a:pt x="182880" y="163830"/>
                </a:cubicBezTo>
                <a:lnTo>
                  <a:pt x="212407" y="230505"/>
                </a:lnTo>
                <a:lnTo>
                  <a:pt x="145732" y="230505"/>
                </a:lnTo>
                <a:lnTo>
                  <a:pt x="175260" y="163830"/>
                </a:lnTo>
                <a:cubicBezTo>
                  <a:pt x="176213" y="163830"/>
                  <a:pt x="178118" y="163830"/>
                  <a:pt x="179070" y="163830"/>
                </a:cubicBezTo>
                <a:lnTo>
                  <a:pt x="179070" y="163830"/>
                </a:lnTo>
                <a:close/>
                <a:moveTo>
                  <a:pt x="101918" y="328613"/>
                </a:moveTo>
                <a:lnTo>
                  <a:pt x="131445" y="262890"/>
                </a:lnTo>
                <a:lnTo>
                  <a:pt x="226695" y="262890"/>
                </a:lnTo>
                <a:lnTo>
                  <a:pt x="256223" y="328613"/>
                </a:lnTo>
                <a:lnTo>
                  <a:pt x="101918" y="32861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33" name="Google Shape;433;p30">
            <a:extLst>
              <a:ext uri="{FF2B5EF4-FFF2-40B4-BE49-F238E27FC236}">
                <ns2:creationId id="{8DD40AC8-5187-43E4-8CD6-8571E44AA2EB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94322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34" name="Google Shape;434;p30">
            <a:extLst>
              <a:ext uri="{FF2B5EF4-FFF2-40B4-BE49-F238E27FC236}">
                <ns2:creationId id="{3C606E37-4CBE-4B14-92C3-56A574CA9FEE}"/>
              </a:ext>
            </a:extLst>
          </p:cNvPr>
          <p:cNvSpPr>
            <a:spLocks noGrp="1"/>
          </p:cNvSpPr>
          <p:nvPr/>
        </p:nvSpPr>
        <p:spPr>
          <a:xfrm rot="0" flipH="0" flipV="0">
            <a:off x="322897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35" name="Google Shape;435;p30">
            <a:extLst>
              <a:ext uri="{FF2B5EF4-FFF2-40B4-BE49-F238E27FC236}">
                <ns2:creationId id="{79C66174-E064-41D0-A117-251DC76E04D6}"/>
              </a:ext>
            </a:extLst>
          </p:cNvPr>
          <p:cNvSpPr>
            <a:spLocks noGrp="1"/>
          </p:cNvSpPr>
          <p:nvPr/>
        </p:nvSpPr>
        <p:spPr>
          <a:xfrm rot="0" flipH="0" flipV="0">
            <a:off x="351472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36" name="Google Shape;436;p30">
            <a:extLst>
              <a:ext uri="{FF2B5EF4-FFF2-40B4-BE49-F238E27FC236}">
                <ns2:creationId id="{64EE2B76-E62D-4223-B387-E74F3B6276CB}"/>
              </a:ext>
            </a:extLst>
          </p:cNvPr>
          <p:cNvSpPr>
            <a:spLocks noGrp="1"/>
          </p:cNvSpPr>
          <p:nvPr/>
        </p:nvSpPr>
        <p:spPr>
          <a:xfrm rot="0" flipH="0" flipV="0">
            <a:off x="380047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37" name="Google Shape;437;p30">
            <a:extLst>
              <a:ext uri="{FF2B5EF4-FFF2-40B4-BE49-F238E27FC236}">
                <ns2:creationId id="{1B70E136-966F-47A5-9C8D-87AE33EF7B83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08622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38" name="Google Shape;438;p30">
            <a:extLst>
              <a:ext uri="{FF2B5EF4-FFF2-40B4-BE49-F238E27FC236}">
                <ns2:creationId id="{510A8D2A-6958-4550-A6E7-7D510B96855C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37197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39" name="Google Shape;439;p30">
            <a:extLst>
              <a:ext uri="{FF2B5EF4-FFF2-40B4-BE49-F238E27FC236}">
                <ns2:creationId id="{10AD9653-F4EC-4760-B79A-C918D69AA566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65772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0" name="Google Shape;440;p30">
            <a:extLst>
              <a:ext uri="{FF2B5EF4-FFF2-40B4-BE49-F238E27FC236}">
                <ns2:creationId id="{4D20964E-5C38-4658-B611-B6AEEFD46F37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943475" y="4724400"/>
            <a:ext cx="104775" cy="104775"/>
          </a:xfrm>
          <a:prstGeom prst="ellipse">
            <a:avLst/>
          </a:prstGeom>
          <a:solidFill>
            <a:srgbClr val="E6907D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1" name="Google Shape;441;p30">
            <a:extLst>
              <a:ext uri="{FF2B5EF4-FFF2-40B4-BE49-F238E27FC236}">
                <ns2:creationId id="{FB7BD0B4-C658-44EB-916E-06C1FEF08F4D}"/>
              </a:ext>
            </a:extLst>
          </p:cNvPr>
          <p:cNvSpPr>
            <a:spLocks noGrp="1"/>
          </p:cNvSpPr>
          <p:nvPr/>
        </p:nvSpPr>
        <p:spPr>
          <a:xfrm rot="0" flipH="0" flipV="0">
            <a:off x="522922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2" name="Google Shape;442;p30">
            <a:extLst>
              <a:ext uri="{FF2B5EF4-FFF2-40B4-BE49-F238E27FC236}">
                <ns2:creationId id="{63F67B0D-BC29-471B-8EDD-F28450B3C599}"/>
              </a:ext>
            </a:extLst>
          </p:cNvPr>
          <p:cNvSpPr>
            <a:spLocks noGrp="1"/>
          </p:cNvSpPr>
          <p:nvPr/>
        </p:nvSpPr>
        <p:spPr>
          <a:xfrm rot="0" flipH="0" flipV="0">
            <a:off x="551497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3" name="Google Shape;443;p30">
            <a:extLst>
              <a:ext uri="{FF2B5EF4-FFF2-40B4-BE49-F238E27FC236}">
                <ns2:creationId id="{A0ED9D9D-C134-4B53-8FDA-9E4323393F27}"/>
              </a:ext>
            </a:extLst>
          </p:cNvPr>
          <p:cNvSpPr>
            <a:spLocks noGrp="1"/>
          </p:cNvSpPr>
          <p:nvPr/>
        </p:nvSpPr>
        <p:spPr>
          <a:xfrm rot="0" flipH="0" flipV="0">
            <a:off x="580072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4" name="Google Shape;444;p30">
            <a:extLst>
              <a:ext uri="{FF2B5EF4-FFF2-40B4-BE49-F238E27FC236}">
                <ns2:creationId id="{515AC70B-9C05-49A7-8002-DB02B2090E5D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08647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5" name="Google Shape;445;p30">
            <a:extLst>
              <a:ext uri="{FF2B5EF4-FFF2-40B4-BE49-F238E27FC236}">
                <ns2:creationId id="{30BC608B-6FC4-482C-9921-3BEBBC135015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37222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6" name="Google Shape;446;p30">
            <a:extLst>
              <a:ext uri="{FF2B5EF4-FFF2-40B4-BE49-F238E27FC236}">
                <ns2:creationId id="{D22BE1EF-2020-412A-8BB3-FE594F7DAFB3}"/>
              </a:ext>
            </a:extLst>
          </p:cNvPr>
          <p:cNvSpPr>
            <a:spLocks noGrp="1"/>
          </p:cNvSpPr>
          <p:nvPr/>
        </p:nvSpPr>
        <p:spPr>
          <a:xfrm rot="0" flipH="0" flipV="0">
            <a:off x="5828210" y="4718600"/>
            <a:ext cx="116400" cy="116400"/>
          </a:xfrm>
          <a:prstGeom prst="ellipse">
            <a:avLst/>
          </a:prstGeom>
          <a:noFill/>
          <a:ln w="0">
            <a:noFill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7" name="Google Shape;447;p30">
            <a:extLst>
              <a:ext uri="{FF2B5EF4-FFF2-40B4-BE49-F238E27FC236}">
                <ns2:creationId id="{413F65E5-0E7F-4DB0-B872-CAE9BE7C1276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120302" y="4718600"/>
            <a:ext cx="116400" cy="116400"/>
          </a:xfrm>
          <a:prstGeom prst="ellipse">
            <a:avLst/>
          </a:prstGeom>
          <a:noFill/>
          <a:ln w="0">
            <a:noFill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8" name="Google Shape;448;p30">
            <a:extLst>
              <a:ext uri="{FF2B5EF4-FFF2-40B4-BE49-F238E27FC236}">
                <ns2:creationId id="{F9F72BE7-C267-41A3-9926-F39888905619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412393" y="4718600"/>
            <a:ext cx="116400" cy="116400"/>
          </a:xfrm>
          <a:prstGeom prst="ellipse">
            <a:avLst/>
          </a:prstGeom>
          <a:noFill/>
          <a:ln w="0">
            <a:noFill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9" name="Google Shape;449;p30">
            <a:extLst>
              <a:ext uri="{FF2B5EF4-FFF2-40B4-BE49-F238E27FC236}">
                <ns2:creationId id="{983762A0-9DB4-4711-A975-3D50AD14AE4D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704485" y="4718600"/>
            <a:ext cx="116400" cy="116400"/>
          </a:xfrm>
          <a:prstGeom prst="ellipse">
            <a:avLst/>
          </a:prstGeom>
          <a:noFill/>
          <a:ln w="0">
            <a:noFill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50" name="Google Shape;450;p30">
            <a:extLst>
              <a:ext uri="{FF2B5EF4-FFF2-40B4-BE49-F238E27FC236}">
                <ns2:creationId id="{2F0F6D51-3E15-4B13-9F07-1A50C7BE18D1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996577" y="4718600"/>
            <a:ext cx="116400" cy="116400"/>
          </a:xfrm>
          <a:prstGeom prst="ellipse">
            <a:avLst/>
          </a:prstGeom>
          <a:noFill/>
          <a:ln w="0">
            <a:noFill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51" name="Google Shape;451;p30">
            <a:extLst>
              <a:ext uri="{FF2B5EF4-FFF2-40B4-BE49-F238E27FC236}">
                <ns2:creationId id="{5DCB5105-4926-45A9-B0C9-B665F990AFE0}"/>
              </a:ext>
            </a:extLst>
          </p:cNvPr>
          <p:cNvSpPr>
            <a:spLocks noGrp="1"/>
          </p:cNvSpPr>
          <p:nvPr/>
        </p:nvSpPr>
        <p:spPr>
          <a:xfrm rot="0" flipH="0" flipV="0">
            <a:off x="7288669" y="4718600"/>
            <a:ext cx="116400" cy="116400"/>
          </a:xfrm>
          <a:prstGeom prst="ellipse">
            <a:avLst/>
          </a:prstGeom>
          <a:noFill/>
          <a:ln w="0">
            <a:noFill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52" name="Google Shape;452;p30">
            <a:extLst>
              <a:ext uri="{FF2B5EF4-FFF2-40B4-BE49-F238E27FC236}">
                <ns2:creationId id="{93A3F592-F0E6-42D0-A9FB-90BBE0B4DF99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65747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453" name="TextBox 452"/>
          <p:cNvSpPr txBox="1"/>
          <p:nvPr/>
        </p:nvSpPr>
        <p:spPr>
          <a:xfrm>
            <a:off x="6550000" y="4880000"/>
            <a:ext cx="2360000" cy="200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5A6678"/>
                </a:solidFill>
                <a:ea typeface="微软雅黑"/>
              </a:rPr>
              <a:t>Campus Agent｜AIC-2026-15513467｜19/20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 xmlns:ns2="http://schemas.microsoft.com/office/drawing/2014/main">
        <p:nvSpPr>
          <p:cNvPr id="412" name="Google Shape;412;p30">
            <a:extLst>
              <a:ext uri="{FF2B5EF4-FFF2-40B4-BE49-F238E27FC236}">
                <ns2:creationId id="{3581DAE4-B6D1-4305-B8F1-9593290D774B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723900" y="638175"/>
            <a:ext cx="7715250" cy="504825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>
            <a:def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ea typeface="微软雅黑"/>
              </a:rPr>
              <a:t>附录 D｜已知不足与补足</a:t>
            </a:r>
            <a:endParaRPr/>
          </a:p>
        </p:txBody>
      </p:sp>
      <p:sp xmlns:ns2="http://schemas.microsoft.com/office/drawing/2014/main">
        <p:nvSpPr>
          <p:cNvPr id="413" name="Google Shape;413;p30">
            <a:extLst>
              <a:ext uri="{FF2B5EF4-FFF2-40B4-BE49-F238E27FC236}">
                <ns2:creationId id="{170973FB-1024-45C9-8181-63341B0833F0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2447925" y="1285875"/>
            <a:ext cx="5715000" cy="333375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>
            <a:def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ea typeface="微软雅黑"/>
              </a:rPr>
              <a:t>证据粒度</a:t>
            </a:r>
            <a:endParaRPr/>
          </a:p>
        </p:txBody>
      </p:sp>
      <p:sp xmlns:ns2="http://schemas.microsoft.com/office/drawing/2014/main">
        <p:nvSpPr>
          <p:cNvPr id="414" name="Google Shape;414;p30">
            <a:extLst>
              <a:ext uri="{FF2B5EF4-FFF2-40B4-BE49-F238E27FC236}">
                <ns2:creationId id="{709F7D91-68EB-4D9D-866A-D564F69E164D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2447925" y="2333625"/>
            <a:ext cx="5715000" cy="333375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>
            <a:def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ea typeface="微软雅黑"/>
              </a:rPr>
              <a:t>平台覆盖</a:t>
            </a:r>
            <a:endParaRPr/>
          </a:p>
        </p:txBody>
      </p:sp>
      <p:sp xmlns:ns2="http://schemas.microsoft.com/office/drawing/2014/main">
        <p:nvSpPr>
          <p:cNvPr id="415" name="Google Shape;415;p30">
            <a:extLst>
              <a:ext uri="{FF2B5EF4-FFF2-40B4-BE49-F238E27FC236}">
                <ns2:creationId id="{06402B99-CDC8-4785-82C2-4D0A03083F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47925" y="1704975"/>
            <a:ext cx="5715000" cy="638175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>
            <a:def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ea typeface="微软雅黑"/>
              </a:rPr>
              <a:t>日期精度、字段级原文证据、记忆语义去重仍需补强</a:t>
            </a:r>
            <a:endParaRPr/>
          </a:p>
        </p:txBody>
      </p:sp>
      <p:sp xmlns:ns2="http://schemas.microsoft.com/office/drawing/2014/main">
        <p:nvSpPr>
          <p:cNvPr id="416" name="Google Shape;416;p30">
            <a:extLst>
              <a:ext uri="{FF2B5EF4-FFF2-40B4-BE49-F238E27FC236}">
                <ns2:creationId id="{C4FEB388-6FBA-4FE2-955C-5B529BA188BF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2447925" y="2752725"/>
            <a:ext cx="5715000" cy="638175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>
            <a:def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ea typeface="微软雅黑"/>
              </a:rPr>
              <a:t>Windows 仅确认启动响应；Android 无本轮真机结果</a:t>
            </a:r>
            <a:endParaRPr/>
          </a:p>
        </p:txBody>
      </p:sp>
      <p:sp xmlns:ns2="http://schemas.microsoft.com/office/drawing/2014/main">
        <p:nvSpPr>
          <p:cNvPr id="417" name="Google Shape;417;p30">
            <a:extLst>
              <a:ext uri="{FF2B5EF4-FFF2-40B4-BE49-F238E27FC236}">
                <ns2:creationId id="{2F36911B-01D3-42D7-BA6E-97F1DB1380B4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2447925" y="3800475"/>
            <a:ext cx="5715000" cy="638175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>
            <a:def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ea typeface="微软雅黑"/>
              </a:rPr>
              <a:t>同一用例集复验，先补评测口径再谈收益</a:t>
            </a:r>
            <a:endParaRPr/>
          </a:p>
        </p:txBody>
      </p:sp>
      <p:sp xmlns:ns2="http://schemas.microsoft.com/office/drawing/2014/main">
        <p:nvSpPr>
          <p:cNvPr id="418" name="Google Shape;418;p30">
            <a:extLst>
              <a:ext uri="{FF2B5EF4-FFF2-40B4-BE49-F238E27FC236}">
                <ns2:creationId id="{A083DD70-BC87-421C-8B16-0C1F9A03A9B2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2447925" y="3381375"/>
            <a:ext cx="5715000" cy="333375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>
            <a:def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ea typeface="微软雅黑"/>
              </a:rPr>
              <a:t>补足方式</a:t>
            </a:r>
            <a:endParaRPr/>
          </a:p>
        </p:txBody>
      </p:sp>
      <p:sp xmlns:ns2="http://schemas.microsoft.com/office/drawing/2014/main">
        <p:nvSpPr>
          <p:cNvPr id="420" name="Google Shape;420;p30">
            <a:extLst>
              <a:ext uri="{FF2B5EF4-FFF2-40B4-BE49-F238E27FC236}">
                <ns2:creationId id="{CA0169AA-A1F2-4277-9193-E84464FAF5D3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926338" y="1224956"/>
            <a:ext cx="295982" cy="208011"/>
          </a:xfrm>
          <a:custGeom>
            <a:rect l="l" t="t" r="r" b="b"/>
            <a:pathLst>
              <a:path w="561103" h="394334">
                <a:moveTo>
                  <a:pt x="545782" y="0"/>
                </a:moveTo>
                <a:lnTo>
                  <a:pt x="337185" y="0"/>
                </a:lnTo>
                <a:lnTo>
                  <a:pt x="297180" y="120015"/>
                </a:lnTo>
                <a:cubicBezTo>
                  <a:pt x="295275" y="126683"/>
                  <a:pt x="288607" y="131445"/>
                  <a:pt x="281940" y="131445"/>
                </a:cubicBezTo>
                <a:lnTo>
                  <a:pt x="0" y="131445"/>
                </a:lnTo>
                <a:lnTo>
                  <a:pt x="0" y="378142"/>
                </a:lnTo>
                <a:cubicBezTo>
                  <a:pt x="0" y="387667"/>
                  <a:pt x="7620" y="394335"/>
                  <a:pt x="16193" y="394335"/>
                </a:cubicBezTo>
                <a:lnTo>
                  <a:pt x="33338" y="394335"/>
                </a:lnTo>
                <a:lnTo>
                  <a:pt x="33338" y="213360"/>
                </a:lnTo>
                <a:cubicBezTo>
                  <a:pt x="33338" y="185738"/>
                  <a:pt x="55245" y="163830"/>
                  <a:pt x="82868" y="163830"/>
                </a:cubicBezTo>
                <a:lnTo>
                  <a:pt x="478155" y="163830"/>
                </a:lnTo>
                <a:cubicBezTo>
                  <a:pt x="505777" y="163830"/>
                  <a:pt x="527685" y="185738"/>
                  <a:pt x="527685" y="213360"/>
                </a:cubicBezTo>
                <a:lnTo>
                  <a:pt x="527685" y="394335"/>
                </a:lnTo>
                <a:lnTo>
                  <a:pt x="544830" y="394335"/>
                </a:lnTo>
                <a:cubicBezTo>
                  <a:pt x="554355" y="394335"/>
                  <a:pt x="561023" y="386715"/>
                  <a:pt x="561023" y="378142"/>
                </a:cubicBezTo>
                <a:lnTo>
                  <a:pt x="561023" y="16192"/>
                </a:lnTo>
                <a:cubicBezTo>
                  <a:pt x="561975" y="7620"/>
                  <a:pt x="554355" y="0"/>
                  <a:pt x="545782" y="0"/>
                </a:cubicBezTo>
                <a:lnTo>
                  <a:pt x="54578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21" name="Google Shape;421;p30">
            <a:extLst>
              <a:ext uri="{FF2B5EF4-FFF2-40B4-BE49-F238E27FC236}">
                <ns2:creationId id="{7D58F840-3765-4700-AC71-09BA5D34424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926842" y="1224956"/>
            <a:ext cx="159274" cy="52254"/>
          </a:xfrm>
          <a:custGeom>
            <a:rect l="l" t="t" r="r" b="b"/>
            <a:pathLst>
              <a:path w="301942" h="99059">
                <a:moveTo>
                  <a:pt x="268605" y="99060"/>
                </a:moveTo>
                <a:lnTo>
                  <a:pt x="301943" y="0"/>
                </a:lnTo>
                <a:lnTo>
                  <a:pt x="16193" y="0"/>
                </a:lnTo>
                <a:cubicBezTo>
                  <a:pt x="6668" y="0"/>
                  <a:pt x="0" y="7620"/>
                  <a:pt x="0" y="16192"/>
                </a:cubicBezTo>
                <a:lnTo>
                  <a:pt x="0" y="98108"/>
                </a:lnTo>
                <a:lnTo>
                  <a:pt x="268605" y="98108"/>
                </a:lnTo>
                <a:close/>
                <a:moveTo>
                  <a:pt x="214313" y="33338"/>
                </a:moveTo>
                <a:cubicBezTo>
                  <a:pt x="223838" y="33338"/>
                  <a:pt x="230505" y="40958"/>
                  <a:pt x="230505" y="49530"/>
                </a:cubicBezTo>
                <a:cubicBezTo>
                  <a:pt x="230505" y="58103"/>
                  <a:pt x="222885" y="65722"/>
                  <a:pt x="214313" y="65722"/>
                </a:cubicBezTo>
                <a:cubicBezTo>
                  <a:pt x="205740" y="65722"/>
                  <a:pt x="198120" y="58103"/>
                  <a:pt x="198120" y="49530"/>
                </a:cubicBezTo>
                <a:cubicBezTo>
                  <a:pt x="198120" y="40958"/>
                  <a:pt x="204788" y="33338"/>
                  <a:pt x="214313" y="33338"/>
                </a:cubicBezTo>
                <a:lnTo>
                  <a:pt x="214313" y="33338"/>
                </a:lnTo>
                <a:close/>
                <a:moveTo>
                  <a:pt x="148590" y="33338"/>
                </a:moveTo>
                <a:cubicBezTo>
                  <a:pt x="158115" y="33338"/>
                  <a:pt x="164783" y="40958"/>
                  <a:pt x="164783" y="49530"/>
                </a:cubicBezTo>
                <a:cubicBezTo>
                  <a:pt x="164783" y="58103"/>
                  <a:pt x="157163" y="65722"/>
                  <a:pt x="148590" y="65722"/>
                </a:cubicBezTo>
                <a:cubicBezTo>
                  <a:pt x="140018" y="65722"/>
                  <a:pt x="132398" y="58103"/>
                  <a:pt x="132398" y="49530"/>
                </a:cubicBezTo>
                <a:cubicBezTo>
                  <a:pt x="132398" y="40958"/>
                  <a:pt x="139065" y="33338"/>
                  <a:pt x="148590" y="33338"/>
                </a:cubicBezTo>
                <a:lnTo>
                  <a:pt x="148590" y="33338"/>
                </a:lnTo>
                <a:close/>
                <a:moveTo>
                  <a:pt x="82868" y="33338"/>
                </a:moveTo>
                <a:cubicBezTo>
                  <a:pt x="92393" y="33338"/>
                  <a:pt x="99060" y="40958"/>
                  <a:pt x="99060" y="49530"/>
                </a:cubicBezTo>
                <a:cubicBezTo>
                  <a:pt x="99060" y="58103"/>
                  <a:pt x="91440" y="65722"/>
                  <a:pt x="82868" y="65722"/>
                </a:cubicBezTo>
                <a:cubicBezTo>
                  <a:pt x="74295" y="65722"/>
                  <a:pt x="66675" y="58103"/>
                  <a:pt x="66675" y="49530"/>
                </a:cubicBezTo>
                <a:cubicBezTo>
                  <a:pt x="66675" y="40958"/>
                  <a:pt x="73343" y="33338"/>
                  <a:pt x="82868" y="33338"/>
                </a:cubicBezTo>
                <a:lnTo>
                  <a:pt x="82868" y="3333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22" name="Google Shape;422;p30">
            <a:extLst>
              <a:ext uri="{FF2B5EF4-FFF2-40B4-BE49-F238E27FC236}">
                <ns2:creationId id="{6DCD9D2F-36B1-41AF-B569-01653B99AF3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961591" y="1329202"/>
            <a:ext cx="225640" cy="173343"/>
          </a:xfrm>
          <a:custGeom>
            <a:rect l="l" t="t" r="r" b="b"/>
            <a:pathLst>
              <a:path w="427753" h="328612">
                <a:moveTo>
                  <a:pt x="411480" y="0"/>
                </a:moveTo>
                <a:lnTo>
                  <a:pt x="16193" y="0"/>
                </a:lnTo>
                <a:cubicBezTo>
                  <a:pt x="6668" y="0"/>
                  <a:pt x="0" y="7620"/>
                  <a:pt x="0" y="16192"/>
                </a:cubicBezTo>
                <a:lnTo>
                  <a:pt x="0" y="312420"/>
                </a:lnTo>
                <a:cubicBezTo>
                  <a:pt x="0" y="321945"/>
                  <a:pt x="7620" y="328613"/>
                  <a:pt x="16193" y="328613"/>
                </a:cubicBezTo>
                <a:lnTo>
                  <a:pt x="411480" y="328613"/>
                </a:lnTo>
                <a:cubicBezTo>
                  <a:pt x="421005" y="328613"/>
                  <a:pt x="427673" y="320992"/>
                  <a:pt x="427673" y="312420"/>
                </a:cubicBezTo>
                <a:lnTo>
                  <a:pt x="427673" y="16192"/>
                </a:lnTo>
                <a:cubicBezTo>
                  <a:pt x="428625" y="7620"/>
                  <a:pt x="421005" y="0"/>
                  <a:pt x="411480" y="0"/>
                </a:cubicBezTo>
                <a:lnTo>
                  <a:pt x="411480" y="0"/>
                </a:lnTo>
                <a:close/>
                <a:moveTo>
                  <a:pt x="313373" y="49530"/>
                </a:moveTo>
                <a:cubicBezTo>
                  <a:pt x="322898" y="49530"/>
                  <a:pt x="329565" y="57150"/>
                  <a:pt x="329565" y="65723"/>
                </a:cubicBezTo>
                <a:cubicBezTo>
                  <a:pt x="329565" y="74295"/>
                  <a:pt x="321945" y="81915"/>
                  <a:pt x="313373" y="81915"/>
                </a:cubicBezTo>
                <a:cubicBezTo>
                  <a:pt x="304800" y="81915"/>
                  <a:pt x="297180" y="74295"/>
                  <a:pt x="297180" y="65723"/>
                </a:cubicBezTo>
                <a:cubicBezTo>
                  <a:pt x="297180" y="57150"/>
                  <a:pt x="303848" y="49530"/>
                  <a:pt x="313373" y="49530"/>
                </a:cubicBezTo>
                <a:lnTo>
                  <a:pt x="313373" y="49530"/>
                </a:lnTo>
                <a:close/>
                <a:moveTo>
                  <a:pt x="247650" y="49530"/>
                </a:moveTo>
                <a:cubicBezTo>
                  <a:pt x="257175" y="49530"/>
                  <a:pt x="263843" y="57150"/>
                  <a:pt x="263843" y="65723"/>
                </a:cubicBezTo>
                <a:cubicBezTo>
                  <a:pt x="263843" y="74295"/>
                  <a:pt x="256223" y="81915"/>
                  <a:pt x="247650" y="81915"/>
                </a:cubicBezTo>
                <a:cubicBezTo>
                  <a:pt x="239077" y="81915"/>
                  <a:pt x="231457" y="74295"/>
                  <a:pt x="231457" y="65723"/>
                </a:cubicBezTo>
                <a:cubicBezTo>
                  <a:pt x="231457" y="57150"/>
                  <a:pt x="238125" y="49530"/>
                  <a:pt x="247650" y="49530"/>
                </a:cubicBezTo>
                <a:lnTo>
                  <a:pt x="247650" y="49530"/>
                </a:lnTo>
                <a:close/>
                <a:moveTo>
                  <a:pt x="230505" y="132398"/>
                </a:moveTo>
                <a:cubicBezTo>
                  <a:pt x="230505" y="141923"/>
                  <a:pt x="222885" y="148590"/>
                  <a:pt x="214313" y="148590"/>
                </a:cubicBezTo>
                <a:lnTo>
                  <a:pt x="115252" y="148590"/>
                </a:lnTo>
                <a:cubicBezTo>
                  <a:pt x="105727" y="148590"/>
                  <a:pt x="99060" y="140970"/>
                  <a:pt x="99060" y="132398"/>
                </a:cubicBezTo>
                <a:cubicBezTo>
                  <a:pt x="99060" y="123825"/>
                  <a:pt x="106680" y="116205"/>
                  <a:pt x="115252" y="116205"/>
                </a:cubicBezTo>
                <a:lnTo>
                  <a:pt x="214313" y="116205"/>
                </a:lnTo>
                <a:cubicBezTo>
                  <a:pt x="223838" y="115253"/>
                  <a:pt x="230505" y="122873"/>
                  <a:pt x="230505" y="132398"/>
                </a:cubicBezTo>
                <a:lnTo>
                  <a:pt x="230505" y="132398"/>
                </a:lnTo>
                <a:close/>
                <a:moveTo>
                  <a:pt x="82868" y="49530"/>
                </a:moveTo>
                <a:lnTo>
                  <a:pt x="180975" y="49530"/>
                </a:lnTo>
                <a:cubicBezTo>
                  <a:pt x="190500" y="49530"/>
                  <a:pt x="197168" y="57150"/>
                  <a:pt x="197168" y="65723"/>
                </a:cubicBezTo>
                <a:cubicBezTo>
                  <a:pt x="197168" y="74295"/>
                  <a:pt x="189548" y="81915"/>
                  <a:pt x="180975" y="81915"/>
                </a:cubicBezTo>
                <a:lnTo>
                  <a:pt x="81915" y="81915"/>
                </a:lnTo>
                <a:cubicBezTo>
                  <a:pt x="72390" y="81915"/>
                  <a:pt x="65723" y="74295"/>
                  <a:pt x="65723" y="65723"/>
                </a:cubicBezTo>
                <a:cubicBezTo>
                  <a:pt x="65723" y="57150"/>
                  <a:pt x="73343" y="49530"/>
                  <a:pt x="82868" y="49530"/>
                </a:cubicBezTo>
                <a:lnTo>
                  <a:pt x="82868" y="49530"/>
                </a:lnTo>
                <a:close/>
                <a:moveTo>
                  <a:pt x="82868" y="181928"/>
                </a:moveTo>
                <a:cubicBezTo>
                  <a:pt x="92393" y="181928"/>
                  <a:pt x="99060" y="189548"/>
                  <a:pt x="99060" y="198120"/>
                </a:cubicBezTo>
                <a:cubicBezTo>
                  <a:pt x="99060" y="206692"/>
                  <a:pt x="91440" y="214313"/>
                  <a:pt x="82868" y="214313"/>
                </a:cubicBezTo>
                <a:cubicBezTo>
                  <a:pt x="74295" y="214313"/>
                  <a:pt x="66675" y="206692"/>
                  <a:pt x="66675" y="198120"/>
                </a:cubicBezTo>
                <a:cubicBezTo>
                  <a:pt x="66675" y="189548"/>
                  <a:pt x="73343" y="181928"/>
                  <a:pt x="82868" y="181928"/>
                </a:cubicBezTo>
                <a:lnTo>
                  <a:pt x="82868" y="181928"/>
                </a:lnTo>
                <a:close/>
                <a:moveTo>
                  <a:pt x="180975" y="280035"/>
                </a:moveTo>
                <a:lnTo>
                  <a:pt x="81915" y="280035"/>
                </a:lnTo>
                <a:cubicBezTo>
                  <a:pt x="72390" y="280035"/>
                  <a:pt x="65723" y="272415"/>
                  <a:pt x="65723" y="263842"/>
                </a:cubicBezTo>
                <a:cubicBezTo>
                  <a:pt x="65723" y="255270"/>
                  <a:pt x="73343" y="247650"/>
                  <a:pt x="81915" y="247650"/>
                </a:cubicBezTo>
                <a:lnTo>
                  <a:pt x="180975" y="247650"/>
                </a:lnTo>
                <a:cubicBezTo>
                  <a:pt x="190500" y="247650"/>
                  <a:pt x="197168" y="255270"/>
                  <a:pt x="197168" y="263842"/>
                </a:cubicBezTo>
                <a:cubicBezTo>
                  <a:pt x="197168" y="272415"/>
                  <a:pt x="190500" y="280035"/>
                  <a:pt x="180975" y="280035"/>
                </a:cubicBezTo>
                <a:lnTo>
                  <a:pt x="180975" y="280035"/>
                </a:lnTo>
                <a:close/>
                <a:moveTo>
                  <a:pt x="214313" y="214313"/>
                </a:moveTo>
                <a:lnTo>
                  <a:pt x="148590" y="214313"/>
                </a:lnTo>
                <a:cubicBezTo>
                  <a:pt x="139065" y="214313"/>
                  <a:pt x="132398" y="206692"/>
                  <a:pt x="132398" y="198120"/>
                </a:cubicBezTo>
                <a:cubicBezTo>
                  <a:pt x="132398" y="189548"/>
                  <a:pt x="140018" y="181928"/>
                  <a:pt x="148590" y="181928"/>
                </a:cubicBezTo>
                <a:lnTo>
                  <a:pt x="214313" y="181928"/>
                </a:lnTo>
                <a:cubicBezTo>
                  <a:pt x="223838" y="181928"/>
                  <a:pt x="230505" y="189548"/>
                  <a:pt x="230505" y="198120"/>
                </a:cubicBezTo>
                <a:cubicBezTo>
                  <a:pt x="230505" y="206692"/>
                  <a:pt x="223838" y="214313"/>
                  <a:pt x="214313" y="214313"/>
                </a:cubicBezTo>
                <a:lnTo>
                  <a:pt x="214313" y="214313"/>
                </a:lnTo>
                <a:close/>
                <a:moveTo>
                  <a:pt x="313373" y="280035"/>
                </a:moveTo>
                <a:lnTo>
                  <a:pt x="247650" y="280035"/>
                </a:lnTo>
                <a:cubicBezTo>
                  <a:pt x="238125" y="280035"/>
                  <a:pt x="231457" y="272415"/>
                  <a:pt x="231457" y="263842"/>
                </a:cubicBezTo>
                <a:cubicBezTo>
                  <a:pt x="231457" y="255270"/>
                  <a:pt x="239077" y="247650"/>
                  <a:pt x="247650" y="247650"/>
                </a:cubicBezTo>
                <a:lnTo>
                  <a:pt x="313373" y="247650"/>
                </a:lnTo>
                <a:cubicBezTo>
                  <a:pt x="322898" y="247650"/>
                  <a:pt x="329565" y="255270"/>
                  <a:pt x="329565" y="263842"/>
                </a:cubicBezTo>
                <a:cubicBezTo>
                  <a:pt x="329565" y="272415"/>
                  <a:pt x="321945" y="280035"/>
                  <a:pt x="313373" y="280035"/>
                </a:cubicBezTo>
                <a:lnTo>
                  <a:pt x="313373" y="280035"/>
                </a:lnTo>
                <a:close/>
                <a:moveTo>
                  <a:pt x="345757" y="214313"/>
                </a:moveTo>
                <a:lnTo>
                  <a:pt x="280035" y="214313"/>
                </a:lnTo>
                <a:cubicBezTo>
                  <a:pt x="270510" y="214313"/>
                  <a:pt x="263843" y="206692"/>
                  <a:pt x="263843" y="198120"/>
                </a:cubicBezTo>
                <a:cubicBezTo>
                  <a:pt x="263843" y="189548"/>
                  <a:pt x="271463" y="181928"/>
                  <a:pt x="280035" y="181928"/>
                </a:cubicBezTo>
                <a:lnTo>
                  <a:pt x="345757" y="181928"/>
                </a:lnTo>
                <a:cubicBezTo>
                  <a:pt x="355282" y="181928"/>
                  <a:pt x="361950" y="189548"/>
                  <a:pt x="361950" y="198120"/>
                </a:cubicBezTo>
                <a:cubicBezTo>
                  <a:pt x="361950" y="206692"/>
                  <a:pt x="355282" y="214313"/>
                  <a:pt x="345757" y="214313"/>
                </a:cubicBezTo>
                <a:lnTo>
                  <a:pt x="345757" y="21431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24" name="Google Shape;424;p30">
            <a:extLst>
              <a:ext uri="{FF2B5EF4-FFF2-40B4-BE49-F238E27FC236}">
                <ns2:creationId id="{62CF1A50-B247-41D7-8C17-E66AD6682E30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030780" y="2416656"/>
            <a:ext cx="17585" cy="52254"/>
          </a:xfrm>
          <a:custGeom>
            <a:rect l="l" t="t" r="r" b="b"/>
            <a:pathLst>
              <a:path w="33337" h="99059">
                <a:moveTo>
                  <a:pt x="0" y="0"/>
                </a:moveTo>
                <a:lnTo>
                  <a:pt x="33338" y="0"/>
                </a:lnTo>
                <a:lnTo>
                  <a:pt x="33338" y="99060"/>
                </a:lnTo>
                <a:lnTo>
                  <a:pt x="0" y="9906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25" name="Google Shape;425;p30">
            <a:extLst>
              <a:ext uri="{FF2B5EF4-FFF2-40B4-BE49-F238E27FC236}">
                <ns2:creationId id="{CC6225CF-802C-41C1-B2E1-5EB705C25CFC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066032" y="2399030"/>
            <a:ext cx="17585" cy="69337"/>
          </a:xfrm>
          <a:custGeom>
            <a:rect l="l" t="t" r="r" b="b"/>
            <a:pathLst>
              <a:path w="33337" h="131445">
                <a:moveTo>
                  <a:pt x="0" y="0"/>
                </a:moveTo>
                <a:lnTo>
                  <a:pt x="33338" y="0"/>
                </a:lnTo>
                <a:lnTo>
                  <a:pt x="33338" y="131445"/>
                </a:lnTo>
                <a:lnTo>
                  <a:pt x="0" y="13144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26" name="Google Shape;426;p30">
            <a:extLst>
              <a:ext uri="{FF2B5EF4-FFF2-40B4-BE49-F238E27FC236}">
                <ns2:creationId id="{0459F57A-7AC8-4A4A-BA6C-FB30486D1AE6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100781" y="2451405"/>
            <a:ext cx="17585" cy="17585"/>
          </a:xfrm>
          <a:custGeom>
            <a:rect l="l" t="t" r="r" b="b"/>
            <a:pathLst>
              <a:path w="33337" h="33337">
                <a:moveTo>
                  <a:pt x="0" y="0"/>
                </a:moveTo>
                <a:lnTo>
                  <a:pt x="33337" y="0"/>
                </a:lnTo>
                <a:lnTo>
                  <a:pt x="33337" y="33337"/>
                </a:lnTo>
                <a:lnTo>
                  <a:pt x="0" y="3333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27" name="Google Shape;427;p30">
            <a:extLst>
              <a:ext uri="{FF2B5EF4-FFF2-40B4-BE49-F238E27FC236}">
                <ns2:creationId id="{21D4F05F-0CC1-4C45-A69F-E23BFA2CE58C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961282" y="2329029"/>
            <a:ext cx="226100" cy="296442"/>
          </a:xfrm>
          <a:custGeom>
            <a:rect l="l" t="t" r="r" b="b"/>
            <a:pathLst>
              <a:path w="428625" h="561975">
                <a:moveTo>
                  <a:pt x="428625" y="215265"/>
                </a:moveTo>
                <a:cubicBezTo>
                  <a:pt x="428625" y="96203"/>
                  <a:pt x="332423" y="0"/>
                  <a:pt x="214313" y="0"/>
                </a:cubicBezTo>
                <a:cubicBezTo>
                  <a:pt x="96203" y="0"/>
                  <a:pt x="0" y="96203"/>
                  <a:pt x="0" y="215265"/>
                </a:cubicBezTo>
                <a:cubicBezTo>
                  <a:pt x="0" y="366713"/>
                  <a:pt x="109538" y="480060"/>
                  <a:pt x="166688" y="529590"/>
                </a:cubicBezTo>
                <a:lnTo>
                  <a:pt x="82868" y="529590"/>
                </a:lnTo>
                <a:cubicBezTo>
                  <a:pt x="73343" y="529590"/>
                  <a:pt x="66675" y="537210"/>
                  <a:pt x="66675" y="545782"/>
                </a:cubicBezTo>
                <a:cubicBezTo>
                  <a:pt x="66675" y="555307"/>
                  <a:pt x="74295" y="561975"/>
                  <a:pt x="82868" y="561975"/>
                </a:cubicBezTo>
                <a:lnTo>
                  <a:pt x="346710" y="561975"/>
                </a:lnTo>
                <a:cubicBezTo>
                  <a:pt x="356235" y="561975"/>
                  <a:pt x="362903" y="554355"/>
                  <a:pt x="362903" y="545782"/>
                </a:cubicBezTo>
                <a:cubicBezTo>
                  <a:pt x="362903" y="536257"/>
                  <a:pt x="355283" y="529590"/>
                  <a:pt x="346710" y="529590"/>
                </a:cubicBezTo>
                <a:lnTo>
                  <a:pt x="262890" y="529590"/>
                </a:lnTo>
                <a:cubicBezTo>
                  <a:pt x="319088" y="480060"/>
                  <a:pt x="428625" y="365760"/>
                  <a:pt x="428625" y="215265"/>
                </a:cubicBezTo>
                <a:lnTo>
                  <a:pt x="428625" y="215265"/>
                </a:lnTo>
                <a:close/>
                <a:moveTo>
                  <a:pt x="115253" y="297180"/>
                </a:moveTo>
                <a:cubicBezTo>
                  <a:pt x="105728" y="297180"/>
                  <a:pt x="99060" y="289560"/>
                  <a:pt x="99060" y="280988"/>
                </a:cubicBezTo>
                <a:cubicBezTo>
                  <a:pt x="99060" y="280988"/>
                  <a:pt x="99060" y="193357"/>
                  <a:pt x="99060" y="149543"/>
                </a:cubicBezTo>
                <a:cubicBezTo>
                  <a:pt x="99060" y="140018"/>
                  <a:pt x="106680" y="133350"/>
                  <a:pt x="115253" y="133350"/>
                </a:cubicBezTo>
                <a:lnTo>
                  <a:pt x="164783" y="133350"/>
                </a:lnTo>
                <a:lnTo>
                  <a:pt x="164783" y="117157"/>
                </a:lnTo>
                <a:cubicBezTo>
                  <a:pt x="164783" y="107632"/>
                  <a:pt x="172403" y="100965"/>
                  <a:pt x="180975" y="100965"/>
                </a:cubicBezTo>
                <a:lnTo>
                  <a:pt x="246698" y="100965"/>
                </a:lnTo>
                <a:cubicBezTo>
                  <a:pt x="256223" y="100965"/>
                  <a:pt x="262890" y="108585"/>
                  <a:pt x="262890" y="117157"/>
                </a:cubicBezTo>
                <a:lnTo>
                  <a:pt x="262890" y="199072"/>
                </a:lnTo>
                <a:lnTo>
                  <a:pt x="312420" y="199072"/>
                </a:lnTo>
                <a:cubicBezTo>
                  <a:pt x="321945" y="199072"/>
                  <a:pt x="328613" y="206693"/>
                  <a:pt x="328613" y="215265"/>
                </a:cubicBezTo>
                <a:lnTo>
                  <a:pt x="328613" y="280988"/>
                </a:lnTo>
                <a:cubicBezTo>
                  <a:pt x="328613" y="290513"/>
                  <a:pt x="320993" y="297180"/>
                  <a:pt x="312420" y="297180"/>
                </a:cubicBezTo>
                <a:lnTo>
                  <a:pt x="115253" y="29718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29" name="Google Shape;429;p30">
            <a:extLst>
              <a:ext uri="{FF2B5EF4-FFF2-40B4-BE49-F238E27FC236}">
                <ns2:creationId id="{EE18F6A4-07E0-4242-9335-A7DF4B111576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961521" y="3451922"/>
            <a:ext cx="225601" cy="176722"/>
          </a:xfrm>
          <a:custGeom>
            <a:rect l="l" t="t" r="r" b="b"/>
            <a:pathLst>
              <a:path w="427679" h="335018">
                <a:moveTo>
                  <a:pt x="214313" y="0"/>
                </a:moveTo>
                <a:cubicBezTo>
                  <a:pt x="96203" y="0"/>
                  <a:pt x="0" y="96203"/>
                  <a:pt x="0" y="214313"/>
                </a:cubicBezTo>
                <a:cubicBezTo>
                  <a:pt x="0" y="254318"/>
                  <a:pt x="11430" y="293370"/>
                  <a:pt x="32385" y="327660"/>
                </a:cubicBezTo>
                <a:cubicBezTo>
                  <a:pt x="37148" y="335280"/>
                  <a:pt x="47625" y="337185"/>
                  <a:pt x="55245" y="332422"/>
                </a:cubicBezTo>
                <a:cubicBezTo>
                  <a:pt x="62865" y="327660"/>
                  <a:pt x="65723" y="317182"/>
                  <a:pt x="60008" y="309563"/>
                </a:cubicBezTo>
                <a:cubicBezTo>
                  <a:pt x="41910" y="280988"/>
                  <a:pt x="32385" y="247650"/>
                  <a:pt x="32385" y="213360"/>
                </a:cubicBezTo>
                <a:cubicBezTo>
                  <a:pt x="32385" y="113347"/>
                  <a:pt x="113348" y="32385"/>
                  <a:pt x="213360" y="32385"/>
                </a:cubicBezTo>
                <a:cubicBezTo>
                  <a:pt x="313373" y="32385"/>
                  <a:pt x="394335" y="113347"/>
                  <a:pt x="394335" y="213360"/>
                </a:cubicBezTo>
                <a:cubicBezTo>
                  <a:pt x="394335" y="241935"/>
                  <a:pt x="387668" y="268605"/>
                  <a:pt x="375285" y="294322"/>
                </a:cubicBezTo>
                <a:cubicBezTo>
                  <a:pt x="371475" y="302895"/>
                  <a:pt x="374333" y="312420"/>
                  <a:pt x="382905" y="316230"/>
                </a:cubicBezTo>
                <a:cubicBezTo>
                  <a:pt x="390525" y="320040"/>
                  <a:pt x="401003" y="317182"/>
                  <a:pt x="404813" y="308610"/>
                </a:cubicBezTo>
                <a:cubicBezTo>
                  <a:pt x="420053" y="279082"/>
                  <a:pt x="427673" y="246697"/>
                  <a:pt x="427673" y="212407"/>
                </a:cubicBezTo>
                <a:cubicBezTo>
                  <a:pt x="428625" y="96203"/>
                  <a:pt x="332423" y="0"/>
                  <a:pt x="214313" y="0"/>
                </a:cubicBezTo>
                <a:lnTo>
                  <a:pt x="21431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30" name="Google Shape;430;p30">
            <a:extLst>
              <a:ext uri="{FF2B5EF4-FFF2-40B4-BE49-F238E27FC236}">
                <ns2:creationId id="{4782F47C-80DB-4131-9B85-951B31F6E763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995767" y="3486167"/>
            <a:ext cx="156762" cy="123463"/>
          </a:xfrm>
          <a:custGeom>
            <a:rect l="l" t="t" r="r" b="b"/>
            <a:pathLst>
              <a:path w="297179" h="234054">
                <a:moveTo>
                  <a:pt x="260032" y="222885"/>
                </a:moveTo>
                <a:cubicBezTo>
                  <a:pt x="268605" y="226695"/>
                  <a:pt x="278130" y="223838"/>
                  <a:pt x="281940" y="215265"/>
                </a:cubicBezTo>
                <a:cubicBezTo>
                  <a:pt x="292417" y="194310"/>
                  <a:pt x="297180" y="172403"/>
                  <a:pt x="297180" y="148590"/>
                </a:cubicBezTo>
                <a:cubicBezTo>
                  <a:pt x="297180" y="66675"/>
                  <a:pt x="230505" y="0"/>
                  <a:pt x="148590" y="0"/>
                </a:cubicBezTo>
                <a:cubicBezTo>
                  <a:pt x="66675" y="0"/>
                  <a:pt x="0" y="66675"/>
                  <a:pt x="0" y="148590"/>
                </a:cubicBezTo>
                <a:cubicBezTo>
                  <a:pt x="0" y="176213"/>
                  <a:pt x="7620" y="203835"/>
                  <a:pt x="22860" y="226695"/>
                </a:cubicBezTo>
                <a:cubicBezTo>
                  <a:pt x="27622" y="234315"/>
                  <a:pt x="38100" y="236220"/>
                  <a:pt x="45720" y="231458"/>
                </a:cubicBezTo>
                <a:cubicBezTo>
                  <a:pt x="53340" y="226695"/>
                  <a:pt x="56197" y="216218"/>
                  <a:pt x="50482" y="208598"/>
                </a:cubicBezTo>
                <a:cubicBezTo>
                  <a:pt x="39052" y="190500"/>
                  <a:pt x="33338" y="169545"/>
                  <a:pt x="33338" y="147638"/>
                </a:cubicBezTo>
                <a:cubicBezTo>
                  <a:pt x="33338" y="83820"/>
                  <a:pt x="84772" y="32385"/>
                  <a:pt x="148590" y="32385"/>
                </a:cubicBezTo>
                <a:cubicBezTo>
                  <a:pt x="212407" y="32385"/>
                  <a:pt x="263842" y="83820"/>
                  <a:pt x="263842" y="147638"/>
                </a:cubicBezTo>
                <a:cubicBezTo>
                  <a:pt x="263842" y="165735"/>
                  <a:pt x="260032" y="182880"/>
                  <a:pt x="251460" y="199073"/>
                </a:cubicBezTo>
                <a:cubicBezTo>
                  <a:pt x="248602" y="208598"/>
                  <a:pt x="251460" y="219075"/>
                  <a:pt x="260032" y="222885"/>
                </a:cubicBezTo>
                <a:lnTo>
                  <a:pt x="260032" y="22288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31" name="Google Shape;431;p30">
            <a:extLst>
              <a:ext uri="{FF2B5EF4-FFF2-40B4-BE49-F238E27FC236}">
                <ns2:creationId id="{D1D8405D-2413-4451-8711-A76C3BFF00A1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980155" y="3521923"/>
            <a:ext cx="189923" cy="226100"/>
          </a:xfrm>
          <a:custGeom>
            <a:rect l="l" t="t" r="r" b="b"/>
            <a:pathLst>
              <a:path w="360044" h="428625">
                <a:moveTo>
                  <a:pt x="343853" y="396240"/>
                </a:moveTo>
                <a:lnTo>
                  <a:pt x="321945" y="396240"/>
                </a:lnTo>
                <a:cubicBezTo>
                  <a:pt x="320040" y="391478"/>
                  <a:pt x="209550" y="141922"/>
                  <a:pt x="215265" y="155258"/>
                </a:cubicBezTo>
                <a:cubicBezTo>
                  <a:pt x="242888" y="141922"/>
                  <a:pt x="261938" y="114300"/>
                  <a:pt x="261938" y="81915"/>
                </a:cubicBezTo>
                <a:cubicBezTo>
                  <a:pt x="261938" y="36195"/>
                  <a:pt x="224790" y="0"/>
                  <a:pt x="180023" y="0"/>
                </a:cubicBezTo>
                <a:cubicBezTo>
                  <a:pt x="135255" y="0"/>
                  <a:pt x="98107" y="37147"/>
                  <a:pt x="98107" y="81915"/>
                </a:cubicBezTo>
                <a:cubicBezTo>
                  <a:pt x="98107" y="114300"/>
                  <a:pt x="117157" y="141922"/>
                  <a:pt x="144780" y="155258"/>
                </a:cubicBezTo>
                <a:cubicBezTo>
                  <a:pt x="141923" y="160972"/>
                  <a:pt x="37148" y="400050"/>
                  <a:pt x="38100" y="396240"/>
                </a:cubicBezTo>
                <a:lnTo>
                  <a:pt x="16193" y="396240"/>
                </a:lnTo>
                <a:cubicBezTo>
                  <a:pt x="6668" y="396240"/>
                  <a:pt x="0" y="403860"/>
                  <a:pt x="0" y="412433"/>
                </a:cubicBezTo>
                <a:cubicBezTo>
                  <a:pt x="0" y="421005"/>
                  <a:pt x="7620" y="428625"/>
                  <a:pt x="16193" y="428625"/>
                </a:cubicBezTo>
                <a:lnTo>
                  <a:pt x="81915" y="428625"/>
                </a:lnTo>
                <a:cubicBezTo>
                  <a:pt x="91440" y="428625"/>
                  <a:pt x="98107" y="421005"/>
                  <a:pt x="98107" y="412433"/>
                </a:cubicBezTo>
                <a:cubicBezTo>
                  <a:pt x="98107" y="403860"/>
                  <a:pt x="90488" y="396240"/>
                  <a:pt x="81915" y="396240"/>
                </a:cubicBezTo>
                <a:lnTo>
                  <a:pt x="74295" y="396240"/>
                </a:lnTo>
                <a:lnTo>
                  <a:pt x="88582" y="360997"/>
                </a:lnTo>
                <a:lnTo>
                  <a:pt x="272415" y="360997"/>
                </a:lnTo>
                <a:lnTo>
                  <a:pt x="286703" y="396240"/>
                </a:lnTo>
                <a:lnTo>
                  <a:pt x="278130" y="396240"/>
                </a:lnTo>
                <a:cubicBezTo>
                  <a:pt x="268605" y="396240"/>
                  <a:pt x="261938" y="403860"/>
                  <a:pt x="261938" y="412433"/>
                </a:cubicBezTo>
                <a:cubicBezTo>
                  <a:pt x="261938" y="421005"/>
                  <a:pt x="269557" y="428625"/>
                  <a:pt x="278130" y="428625"/>
                </a:cubicBezTo>
                <a:lnTo>
                  <a:pt x="343853" y="428625"/>
                </a:lnTo>
                <a:cubicBezTo>
                  <a:pt x="353378" y="428625"/>
                  <a:pt x="360045" y="421005"/>
                  <a:pt x="360045" y="412433"/>
                </a:cubicBezTo>
                <a:cubicBezTo>
                  <a:pt x="360045" y="403860"/>
                  <a:pt x="352425" y="396240"/>
                  <a:pt x="343853" y="396240"/>
                </a:cubicBezTo>
                <a:lnTo>
                  <a:pt x="343853" y="396240"/>
                </a:lnTo>
                <a:close/>
                <a:moveTo>
                  <a:pt x="179070" y="163830"/>
                </a:moveTo>
                <a:cubicBezTo>
                  <a:pt x="180023" y="163830"/>
                  <a:pt x="181928" y="163830"/>
                  <a:pt x="182880" y="163830"/>
                </a:cubicBezTo>
                <a:lnTo>
                  <a:pt x="212407" y="230505"/>
                </a:lnTo>
                <a:lnTo>
                  <a:pt x="145732" y="230505"/>
                </a:lnTo>
                <a:lnTo>
                  <a:pt x="175260" y="163830"/>
                </a:lnTo>
                <a:cubicBezTo>
                  <a:pt x="176213" y="163830"/>
                  <a:pt x="178118" y="163830"/>
                  <a:pt x="179070" y="163830"/>
                </a:cubicBezTo>
                <a:lnTo>
                  <a:pt x="179070" y="163830"/>
                </a:lnTo>
                <a:close/>
                <a:moveTo>
                  <a:pt x="101918" y="328613"/>
                </a:moveTo>
                <a:lnTo>
                  <a:pt x="131445" y="262890"/>
                </a:lnTo>
                <a:lnTo>
                  <a:pt x="226695" y="262890"/>
                </a:lnTo>
                <a:lnTo>
                  <a:pt x="256223" y="328613"/>
                </a:lnTo>
                <a:lnTo>
                  <a:pt x="101918" y="32861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33" name="Google Shape;433;p30">
            <a:extLst>
              <a:ext uri="{FF2B5EF4-FFF2-40B4-BE49-F238E27FC236}">
                <ns2:creationId id="{8DD40AC8-5187-43E4-8CD6-8571E44AA2EB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94322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34" name="Google Shape;434;p30">
            <a:extLst>
              <a:ext uri="{FF2B5EF4-FFF2-40B4-BE49-F238E27FC236}">
                <ns2:creationId id="{3C606E37-4CBE-4B14-92C3-56A574CA9FEE}"/>
              </a:ext>
            </a:extLst>
          </p:cNvPr>
          <p:cNvSpPr>
            <a:spLocks noGrp="1"/>
          </p:cNvSpPr>
          <p:nvPr/>
        </p:nvSpPr>
        <p:spPr>
          <a:xfrm rot="0" flipH="0" flipV="0">
            <a:off x="322897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35" name="Google Shape;435;p30">
            <a:extLst>
              <a:ext uri="{FF2B5EF4-FFF2-40B4-BE49-F238E27FC236}">
                <ns2:creationId id="{79C66174-E064-41D0-A117-251DC76E04D6}"/>
              </a:ext>
            </a:extLst>
          </p:cNvPr>
          <p:cNvSpPr>
            <a:spLocks noGrp="1"/>
          </p:cNvSpPr>
          <p:nvPr/>
        </p:nvSpPr>
        <p:spPr>
          <a:xfrm rot="0" flipH="0" flipV="0">
            <a:off x="351472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36" name="Google Shape;436;p30">
            <a:extLst>
              <a:ext uri="{FF2B5EF4-FFF2-40B4-BE49-F238E27FC236}">
                <ns2:creationId id="{64EE2B76-E62D-4223-B387-E74F3B6276CB}"/>
              </a:ext>
            </a:extLst>
          </p:cNvPr>
          <p:cNvSpPr>
            <a:spLocks noGrp="1"/>
          </p:cNvSpPr>
          <p:nvPr/>
        </p:nvSpPr>
        <p:spPr>
          <a:xfrm rot="0" flipH="0" flipV="0">
            <a:off x="380047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37" name="Google Shape;437;p30">
            <a:extLst>
              <a:ext uri="{FF2B5EF4-FFF2-40B4-BE49-F238E27FC236}">
                <ns2:creationId id="{1B70E136-966F-47A5-9C8D-87AE33EF7B83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08622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38" name="Google Shape;438;p30">
            <a:extLst>
              <a:ext uri="{FF2B5EF4-FFF2-40B4-BE49-F238E27FC236}">
                <ns2:creationId id="{510A8D2A-6958-4550-A6E7-7D510B96855C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37197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39" name="Google Shape;439;p30">
            <a:extLst>
              <a:ext uri="{FF2B5EF4-FFF2-40B4-BE49-F238E27FC236}">
                <ns2:creationId id="{10AD9653-F4EC-4760-B79A-C918D69AA566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65772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0" name="Google Shape;440;p30">
            <a:extLst>
              <a:ext uri="{FF2B5EF4-FFF2-40B4-BE49-F238E27FC236}">
                <ns2:creationId id="{4D20964E-5C38-4658-B611-B6AEEFD46F37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943475" y="4724400"/>
            <a:ext cx="104775" cy="104775"/>
          </a:xfrm>
          <a:prstGeom prst="ellipse">
            <a:avLst/>
          </a:prstGeom>
          <a:solidFill>
            <a:srgbClr val="E6907D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1" name="Google Shape;441;p30">
            <a:extLst>
              <a:ext uri="{FF2B5EF4-FFF2-40B4-BE49-F238E27FC236}">
                <ns2:creationId id="{FB7BD0B4-C658-44EB-916E-06C1FEF08F4D}"/>
              </a:ext>
            </a:extLst>
          </p:cNvPr>
          <p:cNvSpPr>
            <a:spLocks noGrp="1"/>
          </p:cNvSpPr>
          <p:nvPr/>
        </p:nvSpPr>
        <p:spPr>
          <a:xfrm rot="0" flipH="0" flipV="0">
            <a:off x="522922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2" name="Google Shape;442;p30">
            <a:extLst>
              <a:ext uri="{FF2B5EF4-FFF2-40B4-BE49-F238E27FC236}">
                <ns2:creationId id="{63F67B0D-BC29-471B-8EDD-F28450B3C599}"/>
              </a:ext>
            </a:extLst>
          </p:cNvPr>
          <p:cNvSpPr>
            <a:spLocks noGrp="1"/>
          </p:cNvSpPr>
          <p:nvPr/>
        </p:nvSpPr>
        <p:spPr>
          <a:xfrm rot="0" flipH="0" flipV="0">
            <a:off x="551497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3" name="Google Shape;443;p30">
            <a:extLst>
              <a:ext uri="{FF2B5EF4-FFF2-40B4-BE49-F238E27FC236}">
                <ns2:creationId id="{A0ED9D9D-C134-4B53-8FDA-9E4323393F27}"/>
              </a:ext>
            </a:extLst>
          </p:cNvPr>
          <p:cNvSpPr>
            <a:spLocks noGrp="1"/>
          </p:cNvSpPr>
          <p:nvPr/>
        </p:nvSpPr>
        <p:spPr>
          <a:xfrm rot="0" flipH="0" flipV="0">
            <a:off x="580072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4" name="Google Shape;444;p30">
            <a:extLst>
              <a:ext uri="{FF2B5EF4-FFF2-40B4-BE49-F238E27FC236}">
                <ns2:creationId id="{515AC70B-9C05-49A7-8002-DB02B2090E5D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08647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5" name="Google Shape;445;p30">
            <a:extLst>
              <a:ext uri="{FF2B5EF4-FFF2-40B4-BE49-F238E27FC236}">
                <ns2:creationId id="{30BC608B-6FC4-482C-9921-3BEBBC135015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37222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6" name="Google Shape;446;p30">
            <a:extLst>
              <a:ext uri="{FF2B5EF4-FFF2-40B4-BE49-F238E27FC236}">
                <ns2:creationId id="{D22BE1EF-2020-412A-8BB3-FE594F7DAFB3}"/>
              </a:ext>
            </a:extLst>
          </p:cNvPr>
          <p:cNvSpPr>
            <a:spLocks noGrp="1"/>
          </p:cNvSpPr>
          <p:nvPr/>
        </p:nvSpPr>
        <p:spPr>
          <a:xfrm rot="0" flipH="0" flipV="0">
            <a:off x="5828210" y="4718600"/>
            <a:ext cx="116400" cy="116400"/>
          </a:xfrm>
          <a:prstGeom prst="ellipse">
            <a:avLst/>
          </a:prstGeom>
          <a:noFill/>
          <a:ln w="0">
            <a:noFill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7" name="Google Shape;447;p30">
            <a:extLst>
              <a:ext uri="{FF2B5EF4-FFF2-40B4-BE49-F238E27FC236}">
                <ns2:creationId id="{413F65E5-0E7F-4DB0-B872-CAE9BE7C1276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120302" y="4718600"/>
            <a:ext cx="116400" cy="116400"/>
          </a:xfrm>
          <a:prstGeom prst="ellipse">
            <a:avLst/>
          </a:prstGeom>
          <a:noFill/>
          <a:ln w="0">
            <a:noFill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8" name="Google Shape;448;p30">
            <a:extLst>
              <a:ext uri="{FF2B5EF4-FFF2-40B4-BE49-F238E27FC236}">
                <ns2:creationId id="{F9F72BE7-C267-41A3-9926-F39888905619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412393" y="4718600"/>
            <a:ext cx="116400" cy="116400"/>
          </a:xfrm>
          <a:prstGeom prst="ellipse">
            <a:avLst/>
          </a:prstGeom>
          <a:noFill/>
          <a:ln w="0">
            <a:noFill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9" name="Google Shape;449;p30">
            <a:extLst>
              <a:ext uri="{FF2B5EF4-FFF2-40B4-BE49-F238E27FC236}">
                <ns2:creationId id="{983762A0-9DB4-4711-A975-3D50AD14AE4D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704485" y="4718600"/>
            <a:ext cx="116400" cy="116400"/>
          </a:xfrm>
          <a:prstGeom prst="ellipse">
            <a:avLst/>
          </a:prstGeom>
          <a:noFill/>
          <a:ln w="0">
            <a:noFill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50" name="Google Shape;450;p30">
            <a:extLst>
              <a:ext uri="{FF2B5EF4-FFF2-40B4-BE49-F238E27FC236}">
                <ns2:creationId id="{2F0F6D51-3E15-4B13-9F07-1A50C7BE18D1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996577" y="4718600"/>
            <a:ext cx="116400" cy="116400"/>
          </a:xfrm>
          <a:prstGeom prst="ellipse">
            <a:avLst/>
          </a:prstGeom>
          <a:noFill/>
          <a:ln w="0">
            <a:noFill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51" name="Google Shape;451;p30">
            <a:extLst>
              <a:ext uri="{FF2B5EF4-FFF2-40B4-BE49-F238E27FC236}">
                <ns2:creationId id="{5DCB5105-4926-45A9-B0C9-B665F990AFE0}"/>
              </a:ext>
            </a:extLst>
          </p:cNvPr>
          <p:cNvSpPr>
            <a:spLocks noGrp="1"/>
          </p:cNvSpPr>
          <p:nvPr/>
        </p:nvSpPr>
        <p:spPr>
          <a:xfrm rot="0" flipH="0" flipV="0">
            <a:off x="7288669" y="4718600"/>
            <a:ext cx="116400" cy="116400"/>
          </a:xfrm>
          <a:prstGeom prst="ellipse">
            <a:avLst/>
          </a:prstGeom>
          <a:noFill/>
          <a:ln w="0">
            <a:noFill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52" name="Google Shape;452;p30">
            <a:extLst>
              <a:ext uri="{FF2B5EF4-FFF2-40B4-BE49-F238E27FC236}">
                <ns2:creationId id="{93A3F592-F0E6-42D0-A9FB-90BBE0B4DF99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65747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453" name="TextBox 452"/>
          <p:cNvSpPr txBox="1"/>
          <p:nvPr/>
        </p:nvSpPr>
        <p:spPr>
          <a:xfrm>
            <a:off x="6550000" y="4880000"/>
            <a:ext cx="2360000" cy="200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5A6678"/>
                </a:solidFill>
                <a:ea typeface="微软雅黑"/>
              </a:rPr>
              <a:t>Campus Agent｜AIC-2026-15513467｜20/20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 xmlns:ns2="http://schemas.microsoft.com/office/drawing/2014/main">
        <p:nvSpPr>
          <p:cNvPr id="412" name="Google Shape;412;p30">
            <a:extLst>
              <a:ext uri="{FF2B5EF4-FFF2-40B4-BE49-F238E27FC236}">
                <ns2:creationId id="{3581DAE4-B6D1-4305-B8F1-9593290D774B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723900" y="638175"/>
            <a:ext cx="7715250" cy="504825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>
            <a:def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ea typeface="微软雅黑"/>
              </a:rPr>
              <a:t>一句话：把校园信息变成今天能做的事</a:t>
            </a:r>
            <a:endParaRPr/>
          </a:p>
        </p:txBody>
      </p:sp>
      <p:sp xmlns:ns2="http://schemas.microsoft.com/office/drawing/2014/main">
        <p:nvSpPr>
          <p:cNvPr id="413" name="Google Shape;413;p30">
            <a:extLst>
              <a:ext uri="{FF2B5EF4-FFF2-40B4-BE49-F238E27FC236}">
                <ns2:creationId id="{170973FB-1024-45C9-8181-63341B0833F0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2447925" y="1285875"/>
            <a:ext cx="5715000" cy="333375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>
            <a:def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ea typeface="微软雅黑"/>
              </a:rPr>
              <a:t>问题</a:t>
            </a:r>
            <a:endParaRPr/>
          </a:p>
        </p:txBody>
      </p:sp>
      <p:sp xmlns:ns2="http://schemas.microsoft.com/office/drawing/2014/main">
        <p:nvSpPr>
          <p:cNvPr id="414" name="Google Shape;414;p30">
            <a:extLst>
              <a:ext uri="{FF2B5EF4-FFF2-40B4-BE49-F238E27FC236}">
                <ns2:creationId id="{709F7D91-68EB-4D9D-866A-D564F69E164D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2447925" y="2333625"/>
            <a:ext cx="5715000" cy="333375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>
            <a:def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ea typeface="微软雅黑"/>
              </a:rPr>
              <a:t>做法</a:t>
            </a:r>
            <a:endParaRPr/>
          </a:p>
        </p:txBody>
      </p:sp>
      <p:sp xmlns:ns2="http://schemas.microsoft.com/office/drawing/2014/main">
        <p:nvSpPr>
          <p:cNvPr id="415" name="Google Shape;415;p30">
            <a:extLst>
              <a:ext uri="{FF2B5EF4-FFF2-40B4-BE49-F238E27FC236}">
                <ns2:creationId id="{06402B99-CDC8-4785-82C2-4D0A03083F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47925" y="1704975"/>
            <a:ext cx="5715000" cy="638175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>
            <a:def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ea typeface="微软雅黑"/>
              </a:rPr>
              <a:t>信息散在群聊、教务与通知里
每次都要重新讲一遍自己的情况</a:t>
            </a:r>
            <a:endParaRPr/>
          </a:p>
        </p:txBody>
      </p:sp>
      <p:sp xmlns:ns2="http://schemas.microsoft.com/office/drawing/2014/main">
        <p:nvSpPr>
          <p:cNvPr id="416" name="Google Shape;416;p30">
            <a:extLst>
              <a:ext uri="{FF2B5EF4-FFF2-40B4-BE49-F238E27FC236}">
                <ns2:creationId id="{C4FEB388-6FBA-4FE2-955C-5B529BA188BF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2447925" y="2752725"/>
            <a:ext cx="5715000" cy="638175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>
            <a:def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ea typeface="微软雅黑"/>
              </a:rPr>
              <a:t>模型只提候选，系统做校验
关键写入由本人确认</a:t>
            </a:r>
            <a:endParaRPr/>
          </a:p>
        </p:txBody>
      </p:sp>
      <p:sp xmlns:ns2="http://schemas.microsoft.com/office/drawing/2014/main">
        <p:nvSpPr>
          <p:cNvPr id="417" name="Google Shape;417;p30">
            <a:extLst>
              <a:ext uri="{FF2B5EF4-FFF2-40B4-BE49-F238E27FC236}">
                <ns2:creationId id="{2F36911B-01D3-42D7-BA6E-97F1DB1380B4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2447925" y="3800475"/>
            <a:ext cx="5715000" cy="638175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>
            <a:def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ea typeface="微软雅黑"/>
              </a:rPr>
              <a:t>工程链路已验证
真实收益仍待试点数据</a:t>
            </a:r>
            <a:endParaRPr/>
          </a:p>
        </p:txBody>
      </p:sp>
      <p:sp xmlns:ns2="http://schemas.microsoft.com/office/drawing/2014/main">
        <p:nvSpPr>
          <p:cNvPr id="418" name="Google Shape;418;p30">
            <a:extLst>
              <a:ext uri="{FF2B5EF4-FFF2-40B4-BE49-F238E27FC236}">
                <ns2:creationId id="{A083DD70-BC87-421C-8B16-0C1F9A03A9B2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2447925" y="3381375"/>
            <a:ext cx="5715000" cy="333375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>
            <a:def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ea typeface="微软雅黑"/>
              </a:rPr>
              <a:t>现状</a:t>
            </a:r>
            <a:endParaRPr/>
          </a:p>
        </p:txBody>
      </p:sp>
      <p:sp xmlns:ns2="http://schemas.microsoft.com/office/drawing/2014/main">
        <p:nvSpPr>
          <p:cNvPr id="420" name="Google Shape;420;p30">
            <a:extLst>
              <a:ext uri="{FF2B5EF4-FFF2-40B4-BE49-F238E27FC236}">
                <ns2:creationId id="{CA0169AA-A1F2-4277-9193-E84464FAF5D3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926338" y="1224956"/>
            <a:ext cx="295982" cy="208011"/>
          </a:xfrm>
          <a:custGeom>
            <a:rect l="l" t="t" r="r" b="b"/>
            <a:pathLst>
              <a:path w="561103" h="394334">
                <a:moveTo>
                  <a:pt x="545782" y="0"/>
                </a:moveTo>
                <a:lnTo>
                  <a:pt x="337185" y="0"/>
                </a:lnTo>
                <a:lnTo>
                  <a:pt x="297180" y="120015"/>
                </a:lnTo>
                <a:cubicBezTo>
                  <a:pt x="295275" y="126683"/>
                  <a:pt x="288607" y="131445"/>
                  <a:pt x="281940" y="131445"/>
                </a:cubicBezTo>
                <a:lnTo>
                  <a:pt x="0" y="131445"/>
                </a:lnTo>
                <a:lnTo>
                  <a:pt x="0" y="378142"/>
                </a:lnTo>
                <a:cubicBezTo>
                  <a:pt x="0" y="387667"/>
                  <a:pt x="7620" y="394335"/>
                  <a:pt x="16193" y="394335"/>
                </a:cubicBezTo>
                <a:lnTo>
                  <a:pt x="33338" y="394335"/>
                </a:lnTo>
                <a:lnTo>
                  <a:pt x="33338" y="213360"/>
                </a:lnTo>
                <a:cubicBezTo>
                  <a:pt x="33338" y="185738"/>
                  <a:pt x="55245" y="163830"/>
                  <a:pt x="82868" y="163830"/>
                </a:cubicBezTo>
                <a:lnTo>
                  <a:pt x="478155" y="163830"/>
                </a:lnTo>
                <a:cubicBezTo>
                  <a:pt x="505777" y="163830"/>
                  <a:pt x="527685" y="185738"/>
                  <a:pt x="527685" y="213360"/>
                </a:cubicBezTo>
                <a:lnTo>
                  <a:pt x="527685" y="394335"/>
                </a:lnTo>
                <a:lnTo>
                  <a:pt x="544830" y="394335"/>
                </a:lnTo>
                <a:cubicBezTo>
                  <a:pt x="554355" y="394335"/>
                  <a:pt x="561023" y="386715"/>
                  <a:pt x="561023" y="378142"/>
                </a:cubicBezTo>
                <a:lnTo>
                  <a:pt x="561023" y="16192"/>
                </a:lnTo>
                <a:cubicBezTo>
                  <a:pt x="561975" y="7620"/>
                  <a:pt x="554355" y="0"/>
                  <a:pt x="545782" y="0"/>
                </a:cubicBezTo>
                <a:lnTo>
                  <a:pt x="54578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21" name="Google Shape;421;p30">
            <a:extLst>
              <a:ext uri="{FF2B5EF4-FFF2-40B4-BE49-F238E27FC236}">
                <ns2:creationId id="{7D58F840-3765-4700-AC71-09BA5D34424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926842" y="1224956"/>
            <a:ext cx="159274" cy="52254"/>
          </a:xfrm>
          <a:custGeom>
            <a:rect l="l" t="t" r="r" b="b"/>
            <a:pathLst>
              <a:path w="301942" h="99059">
                <a:moveTo>
                  <a:pt x="268605" y="99060"/>
                </a:moveTo>
                <a:lnTo>
                  <a:pt x="301943" y="0"/>
                </a:lnTo>
                <a:lnTo>
                  <a:pt x="16193" y="0"/>
                </a:lnTo>
                <a:cubicBezTo>
                  <a:pt x="6668" y="0"/>
                  <a:pt x="0" y="7620"/>
                  <a:pt x="0" y="16192"/>
                </a:cubicBezTo>
                <a:lnTo>
                  <a:pt x="0" y="98108"/>
                </a:lnTo>
                <a:lnTo>
                  <a:pt x="268605" y="98108"/>
                </a:lnTo>
                <a:close/>
                <a:moveTo>
                  <a:pt x="214313" y="33338"/>
                </a:moveTo>
                <a:cubicBezTo>
                  <a:pt x="223838" y="33338"/>
                  <a:pt x="230505" y="40958"/>
                  <a:pt x="230505" y="49530"/>
                </a:cubicBezTo>
                <a:cubicBezTo>
                  <a:pt x="230505" y="58103"/>
                  <a:pt x="222885" y="65722"/>
                  <a:pt x="214313" y="65722"/>
                </a:cubicBezTo>
                <a:cubicBezTo>
                  <a:pt x="205740" y="65722"/>
                  <a:pt x="198120" y="58103"/>
                  <a:pt x="198120" y="49530"/>
                </a:cubicBezTo>
                <a:cubicBezTo>
                  <a:pt x="198120" y="40958"/>
                  <a:pt x="204788" y="33338"/>
                  <a:pt x="214313" y="33338"/>
                </a:cubicBezTo>
                <a:lnTo>
                  <a:pt x="214313" y="33338"/>
                </a:lnTo>
                <a:close/>
                <a:moveTo>
                  <a:pt x="148590" y="33338"/>
                </a:moveTo>
                <a:cubicBezTo>
                  <a:pt x="158115" y="33338"/>
                  <a:pt x="164783" y="40958"/>
                  <a:pt x="164783" y="49530"/>
                </a:cubicBezTo>
                <a:cubicBezTo>
                  <a:pt x="164783" y="58103"/>
                  <a:pt x="157163" y="65722"/>
                  <a:pt x="148590" y="65722"/>
                </a:cubicBezTo>
                <a:cubicBezTo>
                  <a:pt x="140018" y="65722"/>
                  <a:pt x="132398" y="58103"/>
                  <a:pt x="132398" y="49530"/>
                </a:cubicBezTo>
                <a:cubicBezTo>
                  <a:pt x="132398" y="40958"/>
                  <a:pt x="139065" y="33338"/>
                  <a:pt x="148590" y="33338"/>
                </a:cubicBezTo>
                <a:lnTo>
                  <a:pt x="148590" y="33338"/>
                </a:lnTo>
                <a:close/>
                <a:moveTo>
                  <a:pt x="82868" y="33338"/>
                </a:moveTo>
                <a:cubicBezTo>
                  <a:pt x="92393" y="33338"/>
                  <a:pt x="99060" y="40958"/>
                  <a:pt x="99060" y="49530"/>
                </a:cubicBezTo>
                <a:cubicBezTo>
                  <a:pt x="99060" y="58103"/>
                  <a:pt x="91440" y="65722"/>
                  <a:pt x="82868" y="65722"/>
                </a:cubicBezTo>
                <a:cubicBezTo>
                  <a:pt x="74295" y="65722"/>
                  <a:pt x="66675" y="58103"/>
                  <a:pt x="66675" y="49530"/>
                </a:cubicBezTo>
                <a:cubicBezTo>
                  <a:pt x="66675" y="40958"/>
                  <a:pt x="73343" y="33338"/>
                  <a:pt x="82868" y="33338"/>
                </a:cubicBezTo>
                <a:lnTo>
                  <a:pt x="82868" y="3333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22" name="Google Shape;422;p30">
            <a:extLst>
              <a:ext uri="{FF2B5EF4-FFF2-40B4-BE49-F238E27FC236}">
                <ns2:creationId id="{6DCD9D2F-36B1-41AF-B569-01653B99AF3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961591" y="1329202"/>
            <a:ext cx="225640" cy="173343"/>
          </a:xfrm>
          <a:custGeom>
            <a:rect l="l" t="t" r="r" b="b"/>
            <a:pathLst>
              <a:path w="427753" h="328612">
                <a:moveTo>
                  <a:pt x="411480" y="0"/>
                </a:moveTo>
                <a:lnTo>
                  <a:pt x="16193" y="0"/>
                </a:lnTo>
                <a:cubicBezTo>
                  <a:pt x="6668" y="0"/>
                  <a:pt x="0" y="7620"/>
                  <a:pt x="0" y="16192"/>
                </a:cubicBezTo>
                <a:lnTo>
                  <a:pt x="0" y="312420"/>
                </a:lnTo>
                <a:cubicBezTo>
                  <a:pt x="0" y="321945"/>
                  <a:pt x="7620" y="328613"/>
                  <a:pt x="16193" y="328613"/>
                </a:cubicBezTo>
                <a:lnTo>
                  <a:pt x="411480" y="328613"/>
                </a:lnTo>
                <a:cubicBezTo>
                  <a:pt x="421005" y="328613"/>
                  <a:pt x="427673" y="320992"/>
                  <a:pt x="427673" y="312420"/>
                </a:cubicBezTo>
                <a:lnTo>
                  <a:pt x="427673" y="16192"/>
                </a:lnTo>
                <a:cubicBezTo>
                  <a:pt x="428625" y="7620"/>
                  <a:pt x="421005" y="0"/>
                  <a:pt x="411480" y="0"/>
                </a:cubicBezTo>
                <a:lnTo>
                  <a:pt x="411480" y="0"/>
                </a:lnTo>
                <a:close/>
                <a:moveTo>
                  <a:pt x="313373" y="49530"/>
                </a:moveTo>
                <a:cubicBezTo>
                  <a:pt x="322898" y="49530"/>
                  <a:pt x="329565" y="57150"/>
                  <a:pt x="329565" y="65723"/>
                </a:cubicBezTo>
                <a:cubicBezTo>
                  <a:pt x="329565" y="74295"/>
                  <a:pt x="321945" y="81915"/>
                  <a:pt x="313373" y="81915"/>
                </a:cubicBezTo>
                <a:cubicBezTo>
                  <a:pt x="304800" y="81915"/>
                  <a:pt x="297180" y="74295"/>
                  <a:pt x="297180" y="65723"/>
                </a:cubicBezTo>
                <a:cubicBezTo>
                  <a:pt x="297180" y="57150"/>
                  <a:pt x="303848" y="49530"/>
                  <a:pt x="313373" y="49530"/>
                </a:cubicBezTo>
                <a:lnTo>
                  <a:pt x="313373" y="49530"/>
                </a:lnTo>
                <a:close/>
                <a:moveTo>
                  <a:pt x="247650" y="49530"/>
                </a:moveTo>
                <a:cubicBezTo>
                  <a:pt x="257175" y="49530"/>
                  <a:pt x="263843" y="57150"/>
                  <a:pt x="263843" y="65723"/>
                </a:cubicBezTo>
                <a:cubicBezTo>
                  <a:pt x="263843" y="74295"/>
                  <a:pt x="256223" y="81915"/>
                  <a:pt x="247650" y="81915"/>
                </a:cubicBezTo>
                <a:cubicBezTo>
                  <a:pt x="239077" y="81915"/>
                  <a:pt x="231457" y="74295"/>
                  <a:pt x="231457" y="65723"/>
                </a:cubicBezTo>
                <a:cubicBezTo>
                  <a:pt x="231457" y="57150"/>
                  <a:pt x="238125" y="49530"/>
                  <a:pt x="247650" y="49530"/>
                </a:cubicBezTo>
                <a:lnTo>
                  <a:pt x="247650" y="49530"/>
                </a:lnTo>
                <a:close/>
                <a:moveTo>
                  <a:pt x="230505" y="132398"/>
                </a:moveTo>
                <a:cubicBezTo>
                  <a:pt x="230505" y="141923"/>
                  <a:pt x="222885" y="148590"/>
                  <a:pt x="214313" y="148590"/>
                </a:cubicBezTo>
                <a:lnTo>
                  <a:pt x="115252" y="148590"/>
                </a:lnTo>
                <a:cubicBezTo>
                  <a:pt x="105727" y="148590"/>
                  <a:pt x="99060" y="140970"/>
                  <a:pt x="99060" y="132398"/>
                </a:cubicBezTo>
                <a:cubicBezTo>
                  <a:pt x="99060" y="123825"/>
                  <a:pt x="106680" y="116205"/>
                  <a:pt x="115252" y="116205"/>
                </a:cubicBezTo>
                <a:lnTo>
                  <a:pt x="214313" y="116205"/>
                </a:lnTo>
                <a:cubicBezTo>
                  <a:pt x="223838" y="115253"/>
                  <a:pt x="230505" y="122873"/>
                  <a:pt x="230505" y="132398"/>
                </a:cubicBezTo>
                <a:lnTo>
                  <a:pt x="230505" y="132398"/>
                </a:lnTo>
                <a:close/>
                <a:moveTo>
                  <a:pt x="82868" y="49530"/>
                </a:moveTo>
                <a:lnTo>
                  <a:pt x="180975" y="49530"/>
                </a:lnTo>
                <a:cubicBezTo>
                  <a:pt x="190500" y="49530"/>
                  <a:pt x="197168" y="57150"/>
                  <a:pt x="197168" y="65723"/>
                </a:cubicBezTo>
                <a:cubicBezTo>
                  <a:pt x="197168" y="74295"/>
                  <a:pt x="189548" y="81915"/>
                  <a:pt x="180975" y="81915"/>
                </a:cubicBezTo>
                <a:lnTo>
                  <a:pt x="81915" y="81915"/>
                </a:lnTo>
                <a:cubicBezTo>
                  <a:pt x="72390" y="81915"/>
                  <a:pt x="65723" y="74295"/>
                  <a:pt x="65723" y="65723"/>
                </a:cubicBezTo>
                <a:cubicBezTo>
                  <a:pt x="65723" y="57150"/>
                  <a:pt x="73343" y="49530"/>
                  <a:pt x="82868" y="49530"/>
                </a:cubicBezTo>
                <a:lnTo>
                  <a:pt x="82868" y="49530"/>
                </a:lnTo>
                <a:close/>
                <a:moveTo>
                  <a:pt x="82868" y="181928"/>
                </a:moveTo>
                <a:cubicBezTo>
                  <a:pt x="92393" y="181928"/>
                  <a:pt x="99060" y="189548"/>
                  <a:pt x="99060" y="198120"/>
                </a:cubicBezTo>
                <a:cubicBezTo>
                  <a:pt x="99060" y="206692"/>
                  <a:pt x="91440" y="214313"/>
                  <a:pt x="82868" y="214313"/>
                </a:cubicBezTo>
                <a:cubicBezTo>
                  <a:pt x="74295" y="214313"/>
                  <a:pt x="66675" y="206692"/>
                  <a:pt x="66675" y="198120"/>
                </a:cubicBezTo>
                <a:cubicBezTo>
                  <a:pt x="66675" y="189548"/>
                  <a:pt x="73343" y="181928"/>
                  <a:pt x="82868" y="181928"/>
                </a:cubicBezTo>
                <a:lnTo>
                  <a:pt x="82868" y="181928"/>
                </a:lnTo>
                <a:close/>
                <a:moveTo>
                  <a:pt x="180975" y="280035"/>
                </a:moveTo>
                <a:lnTo>
                  <a:pt x="81915" y="280035"/>
                </a:lnTo>
                <a:cubicBezTo>
                  <a:pt x="72390" y="280035"/>
                  <a:pt x="65723" y="272415"/>
                  <a:pt x="65723" y="263842"/>
                </a:cubicBezTo>
                <a:cubicBezTo>
                  <a:pt x="65723" y="255270"/>
                  <a:pt x="73343" y="247650"/>
                  <a:pt x="81915" y="247650"/>
                </a:cubicBezTo>
                <a:lnTo>
                  <a:pt x="180975" y="247650"/>
                </a:lnTo>
                <a:cubicBezTo>
                  <a:pt x="190500" y="247650"/>
                  <a:pt x="197168" y="255270"/>
                  <a:pt x="197168" y="263842"/>
                </a:cubicBezTo>
                <a:cubicBezTo>
                  <a:pt x="197168" y="272415"/>
                  <a:pt x="190500" y="280035"/>
                  <a:pt x="180975" y="280035"/>
                </a:cubicBezTo>
                <a:lnTo>
                  <a:pt x="180975" y="280035"/>
                </a:lnTo>
                <a:close/>
                <a:moveTo>
                  <a:pt x="214313" y="214313"/>
                </a:moveTo>
                <a:lnTo>
                  <a:pt x="148590" y="214313"/>
                </a:lnTo>
                <a:cubicBezTo>
                  <a:pt x="139065" y="214313"/>
                  <a:pt x="132398" y="206692"/>
                  <a:pt x="132398" y="198120"/>
                </a:cubicBezTo>
                <a:cubicBezTo>
                  <a:pt x="132398" y="189548"/>
                  <a:pt x="140018" y="181928"/>
                  <a:pt x="148590" y="181928"/>
                </a:cubicBezTo>
                <a:lnTo>
                  <a:pt x="214313" y="181928"/>
                </a:lnTo>
                <a:cubicBezTo>
                  <a:pt x="223838" y="181928"/>
                  <a:pt x="230505" y="189548"/>
                  <a:pt x="230505" y="198120"/>
                </a:cubicBezTo>
                <a:cubicBezTo>
                  <a:pt x="230505" y="206692"/>
                  <a:pt x="223838" y="214313"/>
                  <a:pt x="214313" y="214313"/>
                </a:cubicBezTo>
                <a:lnTo>
                  <a:pt x="214313" y="214313"/>
                </a:lnTo>
                <a:close/>
                <a:moveTo>
                  <a:pt x="313373" y="280035"/>
                </a:moveTo>
                <a:lnTo>
                  <a:pt x="247650" y="280035"/>
                </a:lnTo>
                <a:cubicBezTo>
                  <a:pt x="238125" y="280035"/>
                  <a:pt x="231457" y="272415"/>
                  <a:pt x="231457" y="263842"/>
                </a:cubicBezTo>
                <a:cubicBezTo>
                  <a:pt x="231457" y="255270"/>
                  <a:pt x="239077" y="247650"/>
                  <a:pt x="247650" y="247650"/>
                </a:cubicBezTo>
                <a:lnTo>
                  <a:pt x="313373" y="247650"/>
                </a:lnTo>
                <a:cubicBezTo>
                  <a:pt x="322898" y="247650"/>
                  <a:pt x="329565" y="255270"/>
                  <a:pt x="329565" y="263842"/>
                </a:cubicBezTo>
                <a:cubicBezTo>
                  <a:pt x="329565" y="272415"/>
                  <a:pt x="321945" y="280035"/>
                  <a:pt x="313373" y="280035"/>
                </a:cubicBezTo>
                <a:lnTo>
                  <a:pt x="313373" y="280035"/>
                </a:lnTo>
                <a:close/>
                <a:moveTo>
                  <a:pt x="345757" y="214313"/>
                </a:moveTo>
                <a:lnTo>
                  <a:pt x="280035" y="214313"/>
                </a:lnTo>
                <a:cubicBezTo>
                  <a:pt x="270510" y="214313"/>
                  <a:pt x="263843" y="206692"/>
                  <a:pt x="263843" y="198120"/>
                </a:cubicBezTo>
                <a:cubicBezTo>
                  <a:pt x="263843" y="189548"/>
                  <a:pt x="271463" y="181928"/>
                  <a:pt x="280035" y="181928"/>
                </a:cubicBezTo>
                <a:lnTo>
                  <a:pt x="345757" y="181928"/>
                </a:lnTo>
                <a:cubicBezTo>
                  <a:pt x="355282" y="181928"/>
                  <a:pt x="361950" y="189548"/>
                  <a:pt x="361950" y="198120"/>
                </a:cubicBezTo>
                <a:cubicBezTo>
                  <a:pt x="361950" y="206692"/>
                  <a:pt x="355282" y="214313"/>
                  <a:pt x="345757" y="214313"/>
                </a:cubicBezTo>
                <a:lnTo>
                  <a:pt x="345757" y="21431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24" name="Google Shape;424;p30">
            <a:extLst>
              <a:ext uri="{FF2B5EF4-FFF2-40B4-BE49-F238E27FC236}">
                <ns2:creationId id="{62CF1A50-B247-41D7-8C17-E66AD6682E30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030780" y="2416656"/>
            <a:ext cx="17585" cy="52254"/>
          </a:xfrm>
          <a:custGeom>
            <a:rect l="l" t="t" r="r" b="b"/>
            <a:pathLst>
              <a:path w="33337" h="99059">
                <a:moveTo>
                  <a:pt x="0" y="0"/>
                </a:moveTo>
                <a:lnTo>
                  <a:pt x="33338" y="0"/>
                </a:lnTo>
                <a:lnTo>
                  <a:pt x="33338" y="99060"/>
                </a:lnTo>
                <a:lnTo>
                  <a:pt x="0" y="9906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25" name="Google Shape;425;p30">
            <a:extLst>
              <a:ext uri="{FF2B5EF4-FFF2-40B4-BE49-F238E27FC236}">
                <ns2:creationId id="{CC6225CF-802C-41C1-B2E1-5EB705C25CFC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066032" y="2399030"/>
            <a:ext cx="17585" cy="69337"/>
          </a:xfrm>
          <a:custGeom>
            <a:rect l="l" t="t" r="r" b="b"/>
            <a:pathLst>
              <a:path w="33337" h="131445">
                <a:moveTo>
                  <a:pt x="0" y="0"/>
                </a:moveTo>
                <a:lnTo>
                  <a:pt x="33338" y="0"/>
                </a:lnTo>
                <a:lnTo>
                  <a:pt x="33338" y="131445"/>
                </a:lnTo>
                <a:lnTo>
                  <a:pt x="0" y="13144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26" name="Google Shape;426;p30">
            <a:extLst>
              <a:ext uri="{FF2B5EF4-FFF2-40B4-BE49-F238E27FC236}">
                <ns2:creationId id="{0459F57A-7AC8-4A4A-BA6C-FB30486D1AE6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100781" y="2451405"/>
            <a:ext cx="17585" cy="17585"/>
          </a:xfrm>
          <a:custGeom>
            <a:rect l="l" t="t" r="r" b="b"/>
            <a:pathLst>
              <a:path w="33337" h="33337">
                <a:moveTo>
                  <a:pt x="0" y="0"/>
                </a:moveTo>
                <a:lnTo>
                  <a:pt x="33337" y="0"/>
                </a:lnTo>
                <a:lnTo>
                  <a:pt x="33337" y="33337"/>
                </a:lnTo>
                <a:lnTo>
                  <a:pt x="0" y="3333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27" name="Google Shape;427;p30">
            <a:extLst>
              <a:ext uri="{FF2B5EF4-FFF2-40B4-BE49-F238E27FC236}">
                <ns2:creationId id="{21D4F05F-0CC1-4C45-A69F-E23BFA2CE58C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961282" y="2329029"/>
            <a:ext cx="226100" cy="296442"/>
          </a:xfrm>
          <a:custGeom>
            <a:rect l="l" t="t" r="r" b="b"/>
            <a:pathLst>
              <a:path w="428625" h="561975">
                <a:moveTo>
                  <a:pt x="428625" y="215265"/>
                </a:moveTo>
                <a:cubicBezTo>
                  <a:pt x="428625" y="96203"/>
                  <a:pt x="332423" y="0"/>
                  <a:pt x="214313" y="0"/>
                </a:cubicBezTo>
                <a:cubicBezTo>
                  <a:pt x="96203" y="0"/>
                  <a:pt x="0" y="96203"/>
                  <a:pt x="0" y="215265"/>
                </a:cubicBezTo>
                <a:cubicBezTo>
                  <a:pt x="0" y="366713"/>
                  <a:pt x="109538" y="480060"/>
                  <a:pt x="166688" y="529590"/>
                </a:cubicBezTo>
                <a:lnTo>
                  <a:pt x="82868" y="529590"/>
                </a:lnTo>
                <a:cubicBezTo>
                  <a:pt x="73343" y="529590"/>
                  <a:pt x="66675" y="537210"/>
                  <a:pt x="66675" y="545782"/>
                </a:cubicBezTo>
                <a:cubicBezTo>
                  <a:pt x="66675" y="555307"/>
                  <a:pt x="74295" y="561975"/>
                  <a:pt x="82868" y="561975"/>
                </a:cubicBezTo>
                <a:lnTo>
                  <a:pt x="346710" y="561975"/>
                </a:lnTo>
                <a:cubicBezTo>
                  <a:pt x="356235" y="561975"/>
                  <a:pt x="362903" y="554355"/>
                  <a:pt x="362903" y="545782"/>
                </a:cubicBezTo>
                <a:cubicBezTo>
                  <a:pt x="362903" y="536257"/>
                  <a:pt x="355283" y="529590"/>
                  <a:pt x="346710" y="529590"/>
                </a:cubicBezTo>
                <a:lnTo>
                  <a:pt x="262890" y="529590"/>
                </a:lnTo>
                <a:cubicBezTo>
                  <a:pt x="319088" y="480060"/>
                  <a:pt x="428625" y="365760"/>
                  <a:pt x="428625" y="215265"/>
                </a:cubicBezTo>
                <a:lnTo>
                  <a:pt x="428625" y="215265"/>
                </a:lnTo>
                <a:close/>
                <a:moveTo>
                  <a:pt x="115253" y="297180"/>
                </a:moveTo>
                <a:cubicBezTo>
                  <a:pt x="105728" y="297180"/>
                  <a:pt x="99060" y="289560"/>
                  <a:pt x="99060" y="280988"/>
                </a:cubicBezTo>
                <a:cubicBezTo>
                  <a:pt x="99060" y="280988"/>
                  <a:pt x="99060" y="193357"/>
                  <a:pt x="99060" y="149543"/>
                </a:cubicBezTo>
                <a:cubicBezTo>
                  <a:pt x="99060" y="140018"/>
                  <a:pt x="106680" y="133350"/>
                  <a:pt x="115253" y="133350"/>
                </a:cubicBezTo>
                <a:lnTo>
                  <a:pt x="164783" y="133350"/>
                </a:lnTo>
                <a:lnTo>
                  <a:pt x="164783" y="117157"/>
                </a:lnTo>
                <a:cubicBezTo>
                  <a:pt x="164783" y="107632"/>
                  <a:pt x="172403" y="100965"/>
                  <a:pt x="180975" y="100965"/>
                </a:cubicBezTo>
                <a:lnTo>
                  <a:pt x="246698" y="100965"/>
                </a:lnTo>
                <a:cubicBezTo>
                  <a:pt x="256223" y="100965"/>
                  <a:pt x="262890" y="108585"/>
                  <a:pt x="262890" y="117157"/>
                </a:cubicBezTo>
                <a:lnTo>
                  <a:pt x="262890" y="199072"/>
                </a:lnTo>
                <a:lnTo>
                  <a:pt x="312420" y="199072"/>
                </a:lnTo>
                <a:cubicBezTo>
                  <a:pt x="321945" y="199072"/>
                  <a:pt x="328613" y="206693"/>
                  <a:pt x="328613" y="215265"/>
                </a:cubicBezTo>
                <a:lnTo>
                  <a:pt x="328613" y="280988"/>
                </a:lnTo>
                <a:cubicBezTo>
                  <a:pt x="328613" y="290513"/>
                  <a:pt x="320993" y="297180"/>
                  <a:pt x="312420" y="297180"/>
                </a:cubicBezTo>
                <a:lnTo>
                  <a:pt x="115253" y="29718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29" name="Google Shape;429;p30">
            <a:extLst>
              <a:ext uri="{FF2B5EF4-FFF2-40B4-BE49-F238E27FC236}">
                <ns2:creationId id="{EE18F6A4-07E0-4242-9335-A7DF4B111576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961521" y="3451922"/>
            <a:ext cx="225601" cy="176722"/>
          </a:xfrm>
          <a:custGeom>
            <a:rect l="l" t="t" r="r" b="b"/>
            <a:pathLst>
              <a:path w="427679" h="335018">
                <a:moveTo>
                  <a:pt x="214313" y="0"/>
                </a:moveTo>
                <a:cubicBezTo>
                  <a:pt x="96203" y="0"/>
                  <a:pt x="0" y="96203"/>
                  <a:pt x="0" y="214313"/>
                </a:cubicBezTo>
                <a:cubicBezTo>
                  <a:pt x="0" y="254318"/>
                  <a:pt x="11430" y="293370"/>
                  <a:pt x="32385" y="327660"/>
                </a:cubicBezTo>
                <a:cubicBezTo>
                  <a:pt x="37148" y="335280"/>
                  <a:pt x="47625" y="337185"/>
                  <a:pt x="55245" y="332422"/>
                </a:cubicBezTo>
                <a:cubicBezTo>
                  <a:pt x="62865" y="327660"/>
                  <a:pt x="65723" y="317182"/>
                  <a:pt x="60008" y="309563"/>
                </a:cubicBezTo>
                <a:cubicBezTo>
                  <a:pt x="41910" y="280988"/>
                  <a:pt x="32385" y="247650"/>
                  <a:pt x="32385" y="213360"/>
                </a:cubicBezTo>
                <a:cubicBezTo>
                  <a:pt x="32385" y="113347"/>
                  <a:pt x="113348" y="32385"/>
                  <a:pt x="213360" y="32385"/>
                </a:cubicBezTo>
                <a:cubicBezTo>
                  <a:pt x="313373" y="32385"/>
                  <a:pt x="394335" y="113347"/>
                  <a:pt x="394335" y="213360"/>
                </a:cubicBezTo>
                <a:cubicBezTo>
                  <a:pt x="394335" y="241935"/>
                  <a:pt x="387668" y="268605"/>
                  <a:pt x="375285" y="294322"/>
                </a:cubicBezTo>
                <a:cubicBezTo>
                  <a:pt x="371475" y="302895"/>
                  <a:pt x="374333" y="312420"/>
                  <a:pt x="382905" y="316230"/>
                </a:cubicBezTo>
                <a:cubicBezTo>
                  <a:pt x="390525" y="320040"/>
                  <a:pt x="401003" y="317182"/>
                  <a:pt x="404813" y="308610"/>
                </a:cubicBezTo>
                <a:cubicBezTo>
                  <a:pt x="420053" y="279082"/>
                  <a:pt x="427673" y="246697"/>
                  <a:pt x="427673" y="212407"/>
                </a:cubicBezTo>
                <a:cubicBezTo>
                  <a:pt x="428625" y="96203"/>
                  <a:pt x="332423" y="0"/>
                  <a:pt x="214313" y="0"/>
                </a:cubicBezTo>
                <a:lnTo>
                  <a:pt x="21431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30" name="Google Shape;430;p30">
            <a:extLst>
              <a:ext uri="{FF2B5EF4-FFF2-40B4-BE49-F238E27FC236}">
                <ns2:creationId id="{4782F47C-80DB-4131-9B85-951B31F6E763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995767" y="3486167"/>
            <a:ext cx="156762" cy="123463"/>
          </a:xfrm>
          <a:custGeom>
            <a:rect l="l" t="t" r="r" b="b"/>
            <a:pathLst>
              <a:path w="297179" h="234054">
                <a:moveTo>
                  <a:pt x="260032" y="222885"/>
                </a:moveTo>
                <a:cubicBezTo>
                  <a:pt x="268605" y="226695"/>
                  <a:pt x="278130" y="223838"/>
                  <a:pt x="281940" y="215265"/>
                </a:cubicBezTo>
                <a:cubicBezTo>
                  <a:pt x="292417" y="194310"/>
                  <a:pt x="297180" y="172403"/>
                  <a:pt x="297180" y="148590"/>
                </a:cubicBezTo>
                <a:cubicBezTo>
                  <a:pt x="297180" y="66675"/>
                  <a:pt x="230505" y="0"/>
                  <a:pt x="148590" y="0"/>
                </a:cubicBezTo>
                <a:cubicBezTo>
                  <a:pt x="66675" y="0"/>
                  <a:pt x="0" y="66675"/>
                  <a:pt x="0" y="148590"/>
                </a:cubicBezTo>
                <a:cubicBezTo>
                  <a:pt x="0" y="176213"/>
                  <a:pt x="7620" y="203835"/>
                  <a:pt x="22860" y="226695"/>
                </a:cubicBezTo>
                <a:cubicBezTo>
                  <a:pt x="27622" y="234315"/>
                  <a:pt x="38100" y="236220"/>
                  <a:pt x="45720" y="231458"/>
                </a:cubicBezTo>
                <a:cubicBezTo>
                  <a:pt x="53340" y="226695"/>
                  <a:pt x="56197" y="216218"/>
                  <a:pt x="50482" y="208598"/>
                </a:cubicBezTo>
                <a:cubicBezTo>
                  <a:pt x="39052" y="190500"/>
                  <a:pt x="33338" y="169545"/>
                  <a:pt x="33338" y="147638"/>
                </a:cubicBezTo>
                <a:cubicBezTo>
                  <a:pt x="33338" y="83820"/>
                  <a:pt x="84772" y="32385"/>
                  <a:pt x="148590" y="32385"/>
                </a:cubicBezTo>
                <a:cubicBezTo>
                  <a:pt x="212407" y="32385"/>
                  <a:pt x="263842" y="83820"/>
                  <a:pt x="263842" y="147638"/>
                </a:cubicBezTo>
                <a:cubicBezTo>
                  <a:pt x="263842" y="165735"/>
                  <a:pt x="260032" y="182880"/>
                  <a:pt x="251460" y="199073"/>
                </a:cubicBezTo>
                <a:cubicBezTo>
                  <a:pt x="248602" y="208598"/>
                  <a:pt x="251460" y="219075"/>
                  <a:pt x="260032" y="222885"/>
                </a:cubicBezTo>
                <a:lnTo>
                  <a:pt x="260032" y="22288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31" name="Google Shape;431;p30">
            <a:extLst>
              <a:ext uri="{FF2B5EF4-FFF2-40B4-BE49-F238E27FC236}">
                <ns2:creationId id="{D1D8405D-2413-4451-8711-A76C3BFF00A1}"/>
              </a:ext>
            </a:extLst>
          </p:cNvPr>
          <p:cNvSpPr>
            <a:spLocks noGrp="1"/>
          </p:cNvSpPr>
          <p:nvPr/>
        </p:nvSpPr>
        <p:spPr>
          <a:xfrm rot="0" flipH="0" flipV="0">
            <a:off x="1980155" y="3521923"/>
            <a:ext cx="189923" cy="226100"/>
          </a:xfrm>
          <a:custGeom>
            <a:rect l="l" t="t" r="r" b="b"/>
            <a:pathLst>
              <a:path w="360044" h="428625">
                <a:moveTo>
                  <a:pt x="343853" y="396240"/>
                </a:moveTo>
                <a:lnTo>
                  <a:pt x="321945" y="396240"/>
                </a:lnTo>
                <a:cubicBezTo>
                  <a:pt x="320040" y="391478"/>
                  <a:pt x="209550" y="141922"/>
                  <a:pt x="215265" y="155258"/>
                </a:cubicBezTo>
                <a:cubicBezTo>
                  <a:pt x="242888" y="141922"/>
                  <a:pt x="261938" y="114300"/>
                  <a:pt x="261938" y="81915"/>
                </a:cubicBezTo>
                <a:cubicBezTo>
                  <a:pt x="261938" y="36195"/>
                  <a:pt x="224790" y="0"/>
                  <a:pt x="180023" y="0"/>
                </a:cubicBezTo>
                <a:cubicBezTo>
                  <a:pt x="135255" y="0"/>
                  <a:pt x="98107" y="37147"/>
                  <a:pt x="98107" y="81915"/>
                </a:cubicBezTo>
                <a:cubicBezTo>
                  <a:pt x="98107" y="114300"/>
                  <a:pt x="117157" y="141922"/>
                  <a:pt x="144780" y="155258"/>
                </a:cubicBezTo>
                <a:cubicBezTo>
                  <a:pt x="141923" y="160972"/>
                  <a:pt x="37148" y="400050"/>
                  <a:pt x="38100" y="396240"/>
                </a:cubicBezTo>
                <a:lnTo>
                  <a:pt x="16193" y="396240"/>
                </a:lnTo>
                <a:cubicBezTo>
                  <a:pt x="6668" y="396240"/>
                  <a:pt x="0" y="403860"/>
                  <a:pt x="0" y="412433"/>
                </a:cubicBezTo>
                <a:cubicBezTo>
                  <a:pt x="0" y="421005"/>
                  <a:pt x="7620" y="428625"/>
                  <a:pt x="16193" y="428625"/>
                </a:cubicBezTo>
                <a:lnTo>
                  <a:pt x="81915" y="428625"/>
                </a:lnTo>
                <a:cubicBezTo>
                  <a:pt x="91440" y="428625"/>
                  <a:pt x="98107" y="421005"/>
                  <a:pt x="98107" y="412433"/>
                </a:cubicBezTo>
                <a:cubicBezTo>
                  <a:pt x="98107" y="403860"/>
                  <a:pt x="90488" y="396240"/>
                  <a:pt x="81915" y="396240"/>
                </a:cubicBezTo>
                <a:lnTo>
                  <a:pt x="74295" y="396240"/>
                </a:lnTo>
                <a:lnTo>
                  <a:pt x="88582" y="360997"/>
                </a:lnTo>
                <a:lnTo>
                  <a:pt x="272415" y="360997"/>
                </a:lnTo>
                <a:lnTo>
                  <a:pt x="286703" y="396240"/>
                </a:lnTo>
                <a:lnTo>
                  <a:pt x="278130" y="396240"/>
                </a:lnTo>
                <a:cubicBezTo>
                  <a:pt x="268605" y="396240"/>
                  <a:pt x="261938" y="403860"/>
                  <a:pt x="261938" y="412433"/>
                </a:cubicBezTo>
                <a:cubicBezTo>
                  <a:pt x="261938" y="421005"/>
                  <a:pt x="269557" y="428625"/>
                  <a:pt x="278130" y="428625"/>
                </a:cubicBezTo>
                <a:lnTo>
                  <a:pt x="343853" y="428625"/>
                </a:lnTo>
                <a:cubicBezTo>
                  <a:pt x="353378" y="428625"/>
                  <a:pt x="360045" y="421005"/>
                  <a:pt x="360045" y="412433"/>
                </a:cubicBezTo>
                <a:cubicBezTo>
                  <a:pt x="360045" y="403860"/>
                  <a:pt x="352425" y="396240"/>
                  <a:pt x="343853" y="396240"/>
                </a:cubicBezTo>
                <a:lnTo>
                  <a:pt x="343853" y="396240"/>
                </a:lnTo>
                <a:close/>
                <a:moveTo>
                  <a:pt x="179070" y="163830"/>
                </a:moveTo>
                <a:cubicBezTo>
                  <a:pt x="180023" y="163830"/>
                  <a:pt x="181928" y="163830"/>
                  <a:pt x="182880" y="163830"/>
                </a:cubicBezTo>
                <a:lnTo>
                  <a:pt x="212407" y="230505"/>
                </a:lnTo>
                <a:lnTo>
                  <a:pt x="145732" y="230505"/>
                </a:lnTo>
                <a:lnTo>
                  <a:pt x="175260" y="163830"/>
                </a:lnTo>
                <a:cubicBezTo>
                  <a:pt x="176213" y="163830"/>
                  <a:pt x="178118" y="163830"/>
                  <a:pt x="179070" y="163830"/>
                </a:cubicBezTo>
                <a:lnTo>
                  <a:pt x="179070" y="163830"/>
                </a:lnTo>
                <a:close/>
                <a:moveTo>
                  <a:pt x="101918" y="328613"/>
                </a:moveTo>
                <a:lnTo>
                  <a:pt x="131445" y="262890"/>
                </a:lnTo>
                <a:lnTo>
                  <a:pt x="226695" y="262890"/>
                </a:lnTo>
                <a:lnTo>
                  <a:pt x="256223" y="328613"/>
                </a:lnTo>
                <a:lnTo>
                  <a:pt x="101918" y="32861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433" name="Google Shape;433;p30">
            <a:extLst>
              <a:ext uri="{FF2B5EF4-FFF2-40B4-BE49-F238E27FC236}">
                <ns2:creationId id="{8DD40AC8-5187-43E4-8CD6-8571E44AA2EB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943225" y="4724400"/>
            <a:ext cx="104775" cy="104775"/>
          </a:xfrm>
          <a:prstGeom prst="ellipse">
            <a:avLst/>
          </a:prstGeom>
          <a:solidFill>
            <a:srgbClr val="E6907D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34" name="Google Shape;434;p30">
            <a:extLst>
              <a:ext uri="{FF2B5EF4-FFF2-40B4-BE49-F238E27FC236}">
                <ns2:creationId id="{3C606E37-4CBE-4B14-92C3-56A574CA9FEE}"/>
              </a:ext>
            </a:extLst>
          </p:cNvPr>
          <p:cNvSpPr>
            <a:spLocks noGrp="1"/>
          </p:cNvSpPr>
          <p:nvPr/>
        </p:nvSpPr>
        <p:spPr>
          <a:xfrm rot="0" flipH="0" flipV="0">
            <a:off x="322897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35" name="Google Shape;435;p30">
            <a:extLst>
              <a:ext uri="{FF2B5EF4-FFF2-40B4-BE49-F238E27FC236}">
                <ns2:creationId id="{79C66174-E064-41D0-A117-251DC76E04D6}"/>
              </a:ext>
            </a:extLst>
          </p:cNvPr>
          <p:cNvSpPr>
            <a:spLocks noGrp="1"/>
          </p:cNvSpPr>
          <p:nvPr/>
        </p:nvSpPr>
        <p:spPr>
          <a:xfrm rot="0" flipH="0" flipV="0">
            <a:off x="351472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36" name="Google Shape;436;p30">
            <a:extLst>
              <a:ext uri="{FF2B5EF4-FFF2-40B4-BE49-F238E27FC236}">
                <ns2:creationId id="{64EE2B76-E62D-4223-B387-E74F3B6276CB}"/>
              </a:ext>
            </a:extLst>
          </p:cNvPr>
          <p:cNvSpPr>
            <a:spLocks noGrp="1"/>
          </p:cNvSpPr>
          <p:nvPr/>
        </p:nvSpPr>
        <p:spPr>
          <a:xfrm rot="0" flipH="0" flipV="0">
            <a:off x="380047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37" name="Google Shape;437;p30">
            <a:extLst>
              <a:ext uri="{FF2B5EF4-FFF2-40B4-BE49-F238E27FC236}">
                <ns2:creationId id="{1B70E136-966F-47A5-9C8D-87AE33EF7B83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08622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38" name="Google Shape;438;p30">
            <a:extLst>
              <a:ext uri="{FF2B5EF4-FFF2-40B4-BE49-F238E27FC236}">
                <ns2:creationId id="{510A8D2A-6958-4550-A6E7-7D510B96855C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37197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39" name="Google Shape;439;p30">
            <a:extLst>
              <a:ext uri="{FF2B5EF4-FFF2-40B4-BE49-F238E27FC236}">
                <ns2:creationId id="{10AD9653-F4EC-4760-B79A-C918D69AA566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65772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0" name="Google Shape;440;p30">
            <a:extLst>
              <a:ext uri="{FF2B5EF4-FFF2-40B4-BE49-F238E27FC236}">
                <ns2:creationId id="{4D20964E-5C38-4658-B611-B6AEEFD46F37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94347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1" name="Google Shape;441;p30">
            <a:extLst>
              <a:ext uri="{FF2B5EF4-FFF2-40B4-BE49-F238E27FC236}">
                <ns2:creationId id="{FB7BD0B4-C658-44EB-916E-06C1FEF08F4D}"/>
              </a:ext>
            </a:extLst>
          </p:cNvPr>
          <p:cNvSpPr>
            <a:spLocks noGrp="1"/>
          </p:cNvSpPr>
          <p:nvPr/>
        </p:nvSpPr>
        <p:spPr>
          <a:xfrm rot="0" flipH="0" flipV="0">
            <a:off x="522922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2" name="Google Shape;442;p30">
            <a:extLst>
              <a:ext uri="{FF2B5EF4-FFF2-40B4-BE49-F238E27FC236}">
                <ns2:creationId id="{63F67B0D-BC29-471B-8EDD-F28450B3C599}"/>
              </a:ext>
            </a:extLst>
          </p:cNvPr>
          <p:cNvSpPr>
            <a:spLocks noGrp="1"/>
          </p:cNvSpPr>
          <p:nvPr/>
        </p:nvSpPr>
        <p:spPr>
          <a:xfrm rot="0" flipH="0" flipV="0">
            <a:off x="551497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3" name="Google Shape;443;p30">
            <a:extLst>
              <a:ext uri="{FF2B5EF4-FFF2-40B4-BE49-F238E27FC236}">
                <ns2:creationId id="{A0ED9D9D-C134-4B53-8FDA-9E4323393F27}"/>
              </a:ext>
            </a:extLst>
          </p:cNvPr>
          <p:cNvSpPr>
            <a:spLocks noGrp="1"/>
          </p:cNvSpPr>
          <p:nvPr/>
        </p:nvSpPr>
        <p:spPr>
          <a:xfrm rot="0" flipH="0" flipV="0">
            <a:off x="580072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4" name="Google Shape;444;p30">
            <a:extLst>
              <a:ext uri="{FF2B5EF4-FFF2-40B4-BE49-F238E27FC236}">
                <ns2:creationId id="{515AC70B-9C05-49A7-8002-DB02B2090E5D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08647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5" name="Google Shape;445;p30">
            <a:extLst>
              <a:ext uri="{FF2B5EF4-FFF2-40B4-BE49-F238E27FC236}">
                <ns2:creationId id="{30BC608B-6FC4-482C-9921-3BEBBC135015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37222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6" name="Google Shape;446;p30">
            <a:extLst>
              <a:ext uri="{FF2B5EF4-FFF2-40B4-BE49-F238E27FC236}">
                <ns2:creationId id="{D22BE1EF-2020-412A-8BB3-FE594F7DAFB3}"/>
              </a:ext>
            </a:extLst>
          </p:cNvPr>
          <p:cNvSpPr>
            <a:spLocks noGrp="1"/>
          </p:cNvSpPr>
          <p:nvPr/>
        </p:nvSpPr>
        <p:spPr>
          <a:xfrm rot="0" flipH="0" flipV="0">
            <a:off x="5828210" y="4718600"/>
            <a:ext cx="116400" cy="116400"/>
          </a:xfrm>
          <a:prstGeom prst="ellipse">
            <a:avLst/>
          </a:prstGeom>
          <a:noFill/>
          <a:ln w="0">
            <a:noFill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7" name="Google Shape;447;p30">
            <a:extLst>
              <a:ext uri="{FF2B5EF4-FFF2-40B4-BE49-F238E27FC236}">
                <ns2:creationId id="{413F65E5-0E7F-4DB0-B872-CAE9BE7C1276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120302" y="4718600"/>
            <a:ext cx="116400" cy="116400"/>
          </a:xfrm>
          <a:prstGeom prst="ellipse">
            <a:avLst/>
          </a:prstGeom>
          <a:noFill/>
          <a:ln w="0">
            <a:noFill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8" name="Google Shape;448;p30">
            <a:extLst>
              <a:ext uri="{FF2B5EF4-FFF2-40B4-BE49-F238E27FC236}">
                <ns2:creationId id="{F9F72BE7-C267-41A3-9926-F39888905619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412393" y="4718600"/>
            <a:ext cx="116400" cy="116400"/>
          </a:xfrm>
          <a:prstGeom prst="ellipse">
            <a:avLst/>
          </a:prstGeom>
          <a:noFill/>
          <a:ln w="0">
            <a:noFill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49" name="Google Shape;449;p30">
            <a:extLst>
              <a:ext uri="{FF2B5EF4-FFF2-40B4-BE49-F238E27FC236}">
                <ns2:creationId id="{983762A0-9DB4-4711-A975-3D50AD14AE4D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704485" y="4718600"/>
            <a:ext cx="116400" cy="116400"/>
          </a:xfrm>
          <a:prstGeom prst="ellipse">
            <a:avLst/>
          </a:prstGeom>
          <a:noFill/>
          <a:ln w="0">
            <a:noFill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50" name="Google Shape;450;p30">
            <a:extLst>
              <a:ext uri="{FF2B5EF4-FFF2-40B4-BE49-F238E27FC236}">
                <ns2:creationId id="{2F0F6D51-3E15-4B13-9F07-1A50C7BE18D1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996577" y="4718600"/>
            <a:ext cx="116400" cy="116400"/>
          </a:xfrm>
          <a:prstGeom prst="ellipse">
            <a:avLst/>
          </a:prstGeom>
          <a:noFill/>
          <a:ln w="0">
            <a:noFill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51" name="Google Shape;451;p30">
            <a:extLst>
              <a:ext uri="{FF2B5EF4-FFF2-40B4-BE49-F238E27FC236}">
                <ns2:creationId id="{5DCB5105-4926-45A9-B0C9-B665F990AFE0}"/>
              </a:ext>
            </a:extLst>
          </p:cNvPr>
          <p:cNvSpPr>
            <a:spLocks noGrp="1"/>
          </p:cNvSpPr>
          <p:nvPr/>
        </p:nvSpPr>
        <p:spPr>
          <a:xfrm rot="0" flipH="0" flipV="0">
            <a:off x="7288669" y="4718600"/>
            <a:ext cx="116400" cy="116400"/>
          </a:xfrm>
          <a:prstGeom prst="ellipse">
            <a:avLst/>
          </a:prstGeom>
          <a:noFill/>
          <a:ln w="0">
            <a:noFill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52" name="Google Shape;452;p30">
            <a:extLst>
              <a:ext uri="{FF2B5EF4-FFF2-40B4-BE49-F238E27FC236}">
                <ns2:creationId id="{93A3F592-F0E6-42D0-A9FB-90BBE0B4DF99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65747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453" name="TextBox 452"/>
          <p:cNvSpPr txBox="1"/>
          <p:nvPr/>
        </p:nvSpPr>
        <p:spPr>
          <a:xfrm>
            <a:off x="6550000" y="4880000"/>
            <a:ext cx="2360000" cy="200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5A6678"/>
                </a:solidFill>
                <a:ea typeface="微软雅黑"/>
              </a:rPr>
              <a:t>Campus Agent｜AIC-2026-15513467｜2/20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 xmlns:ns2="http://schemas.microsoft.com/office/drawing/2014/main">
        <p:nvSpPr>
          <p:cNvPr id="364" name="Google Shape;364;p29">
            <a:extLst>
              <a:ext uri="{FF2B5EF4-FFF2-40B4-BE49-F238E27FC236}">
                <ns2:creationId id="{0F88F047-0E48-481A-A961-29FC0F21B2A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4923250" y="2383429"/>
            <a:ext cx="2505600" cy="4608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>
            <a:def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ea typeface="微软雅黑"/>
              </a:rPr>
              <a:t>Campus Agent</a:t>
            </a:r>
            <a:endParaRPr/>
          </a:p>
        </p:txBody>
      </p:sp>
      <p:sp xmlns:ns2="http://schemas.microsoft.com/office/drawing/2014/main">
        <p:nvSpPr>
          <p:cNvPr id="365" name="Google Shape;365;p29">
            <a:extLst>
              <a:ext uri="{FF2B5EF4-FFF2-40B4-BE49-F238E27FC236}">
                <ns2:creationId id="{1AD4DE33-2926-4ECD-BB91-5F5570EA20EE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723900" y="638175"/>
            <a:ext cx="7715250" cy="504825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>
            <a:def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550" b="1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ea typeface="微软雅黑"/>
              </a:rPr>
              <a:t>和直接问模型比，差别在模型之外</a:t>
            </a:r>
            <a:endParaRPr/>
          </a:p>
        </p:txBody>
      </p:sp>
      <p:sp xmlns:ns2="http://schemas.microsoft.com/office/drawing/2014/main">
        <p:nvSpPr>
          <p:cNvPr id="366" name="Google Shape;366;p29">
            <a:extLst>
              <a:ext uri="{FF2B5EF4-FFF2-40B4-BE49-F238E27FC236}">
                <ns2:creationId id="{18E2B4CF-EA0C-41EB-BDC2-F2D8EC0413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23249" y="2857500"/>
            <a:ext cx="2505600" cy="13000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>
            <a:defPPr algn="ctr">
              <a:defRPr sz="1650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0"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ea typeface="微软雅黑"/>
              </a:rPr>
              <a:t>候选逐条确认后落进任务与计划</a:t>
            </a:r>
            <a:endParaRPr/>
          </a:p>
          <a:p>
            <a:pPr>
              <a:lnSpc>
                <a:spcPct val="120000"/>
              </a:lnSpc>
            </a:pPr>
            <a:r>
              <a:rPr sz="1200">
                <a:ea typeface="微软雅黑"/>
              </a:rPr>
              <a:t>执行前复核工作区与数据基准</a:t>
            </a:r>
          </a:p>
          <a:p>
            <a:pPr>
              <a:lnSpc>
                <a:spcPct val="120000"/>
              </a:lnSpc>
            </a:pPr>
            <a:r>
              <a:rPr sz="1200">
                <a:ea typeface="微软雅黑"/>
              </a:rPr>
              <a:t>上下文与记忆跨会话保留</a:t>
            </a:r>
          </a:p>
        </p:txBody>
      </p:sp>
      <p:sp xmlns:ns2="http://schemas.microsoft.com/office/drawing/2014/main">
        <p:nvSpPr>
          <p:cNvPr id="367" name="Google Shape;367;p29">
            <a:extLst>
              <a:ext uri="{FF2B5EF4-FFF2-40B4-BE49-F238E27FC236}">
                <ns2:creationId id="{1D29615E-B043-4272-9EE1-C9CDCDBB1DDC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1715375" y="2857500"/>
            <a:ext cx="2505600" cy="13000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>
            <a:defPPr algn="ctr">
              <a:defRPr sz="1650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0" lv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2428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ea typeface="微软雅黑"/>
              </a:rPr>
              <a:t>一问一答，答案停在聊天记录里</a:t>
            </a:r>
            <a:endParaRPr/>
          </a:p>
          <a:p>
            <a:pPr>
              <a:lnSpc>
                <a:spcPct val="120000"/>
              </a:lnSpc>
            </a:pPr>
            <a:r>
              <a:rPr sz="1200">
                <a:ea typeface="微软雅黑"/>
              </a:rPr>
              <a:t>没有课表约束与去重</a:t>
            </a:r>
          </a:p>
          <a:p>
            <a:pPr>
              <a:lnSpc>
                <a:spcPct val="120000"/>
              </a:lnSpc>
            </a:pPr>
            <a:r>
              <a:rPr sz="1200">
                <a:ea typeface="微软雅黑"/>
              </a:rPr>
              <a:t>下次还要重新交代背景</a:t>
            </a:r>
          </a:p>
        </p:txBody>
      </p:sp>
      <p:sp xmlns:ns2="http://schemas.microsoft.com/office/drawing/2014/main">
        <p:nvSpPr>
          <p:cNvPr id="368" name="Google Shape;368;p29">
            <a:extLst>
              <a:ext uri="{FF2B5EF4-FFF2-40B4-BE49-F238E27FC236}">
                <ns2:creationId id="{3F91F2AA-BAA2-4C1E-B139-FEFE5AECD73A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1715375" y="2383429"/>
            <a:ext cx="2505600" cy="460800"/>
          </a:xfrm>
          <a:prstGeom prst="rect">
            <a:avLst/>
          </a:prstGeom>
        </p:spPr>
        <p:txBody>
          <a:bodyPr spcFirstLastPara="1" wrap="square" lIns="0" tIns="0" rIns="0" bIns="0" anchor="t">
            <a:noAutofit/>
          </a:bodyPr>
          <a:lstStyle>
            <a:defPPr>
              <a:defRPr sz="202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538786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ea typeface="微软雅黑"/>
              </a:rPr>
              <a:t>直接对话</a:t>
            </a:r>
            <a:endParaRPr/>
          </a:p>
        </p:txBody>
      </p:sp>
      <p:sp xmlns:ns2="http://schemas.microsoft.com/office/drawing/2014/main">
        <p:nvSpPr>
          <p:cNvPr id="370" name="Google Shape;370;p29">
            <a:extLst>
              <a:ext uri="{FF2B5EF4-FFF2-40B4-BE49-F238E27FC236}">
                <ns2:creationId id="{84461736-26D5-4122-B0AB-C7A6CE0F34C4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977081" y="2092205"/>
            <a:ext cx="17083" cy="47732"/>
          </a:xfrm>
          <a:custGeom>
            <a:rect l="l" t="t" r="r" b="b"/>
            <a:pathLst>
              <a:path w="32384" h="90487">
                <a:moveTo>
                  <a:pt x="0" y="90488"/>
                </a:moveTo>
                <a:cubicBezTo>
                  <a:pt x="15240" y="76200"/>
                  <a:pt x="29527" y="41910"/>
                  <a:pt x="32385" y="0"/>
                </a:cubicBezTo>
                <a:lnTo>
                  <a:pt x="0" y="0"/>
                </a:lnTo>
                <a:lnTo>
                  <a:pt x="0" y="9048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371" name="Google Shape;371;p29">
            <a:extLst>
              <a:ext uri="{FF2B5EF4-FFF2-40B4-BE49-F238E27FC236}">
                <ns2:creationId id="{11797D6B-918B-4023-BB49-5F1785DB3624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942835" y="2092205"/>
            <a:ext cx="17083" cy="47732"/>
          </a:xfrm>
          <a:custGeom>
            <a:rect l="l" t="t" r="r" b="b"/>
            <a:pathLst>
              <a:path w="32384" h="90487">
                <a:moveTo>
                  <a:pt x="32385" y="90488"/>
                </a:moveTo>
                <a:lnTo>
                  <a:pt x="32385" y="0"/>
                </a:lnTo>
                <a:lnTo>
                  <a:pt x="0" y="0"/>
                </a:lnTo>
                <a:cubicBezTo>
                  <a:pt x="2858" y="41910"/>
                  <a:pt x="16193" y="75248"/>
                  <a:pt x="32385" y="90488"/>
                </a:cubicBezTo>
                <a:lnTo>
                  <a:pt x="32385" y="9048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372" name="Google Shape;372;p29">
            <a:extLst>
              <a:ext uri="{FF2B5EF4-FFF2-40B4-BE49-F238E27FC236}">
                <ns2:creationId id="{B364BAB7-69C3-48CA-BDE9-6A4F8D6A35DE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977081" y="2026233"/>
            <a:ext cx="17083" cy="47732"/>
          </a:xfrm>
          <a:custGeom>
            <a:rect l="l" t="t" r="r" b="b"/>
            <a:pathLst>
              <a:path w="32384" h="90487">
                <a:moveTo>
                  <a:pt x="0" y="0"/>
                </a:moveTo>
                <a:lnTo>
                  <a:pt x="0" y="90488"/>
                </a:lnTo>
                <a:lnTo>
                  <a:pt x="32385" y="90488"/>
                </a:lnTo>
                <a:cubicBezTo>
                  <a:pt x="29527" y="48577"/>
                  <a:pt x="16192" y="15240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373" name="Google Shape;373;p29">
            <a:extLst>
              <a:ext uri="{FF2B5EF4-FFF2-40B4-BE49-F238E27FC236}">
                <ns2:creationId id="{6FA010ED-FB15-468B-B5E0-EA502BCC8B3E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942835" y="2026736"/>
            <a:ext cx="17083" cy="47732"/>
          </a:xfrm>
          <a:custGeom>
            <a:rect l="l" t="t" r="r" b="b"/>
            <a:pathLst>
              <a:path w="32384" h="90487">
                <a:moveTo>
                  <a:pt x="0" y="90488"/>
                </a:moveTo>
                <a:lnTo>
                  <a:pt x="32385" y="90488"/>
                </a:lnTo>
                <a:lnTo>
                  <a:pt x="32385" y="0"/>
                </a:lnTo>
                <a:cubicBezTo>
                  <a:pt x="16193" y="14288"/>
                  <a:pt x="2858" y="47625"/>
                  <a:pt x="0" y="90488"/>
                </a:cubicBezTo>
                <a:lnTo>
                  <a:pt x="0" y="9048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374" name="Google Shape;374;p29">
            <a:extLst>
              <a:ext uri="{FF2B5EF4-FFF2-40B4-BE49-F238E27FC236}">
                <ns2:creationId id="{A52A0182-1184-4C1B-AC7C-03FD71E137BD}"/>
              </a:ext>
            </a:extLst>
          </p:cNvPr>
          <p:cNvSpPr>
            <a:spLocks noGrp="1"/>
          </p:cNvSpPr>
          <p:nvPr/>
        </p:nvSpPr>
        <p:spPr>
          <a:xfrm rot="0" flipH="0" flipV="0">
            <a:off x="3001757" y="2032276"/>
            <a:ext cx="26629" cy="42205"/>
          </a:xfrm>
          <a:custGeom>
            <a:rect l="l" t="t" r="r" b="b"/>
            <a:pathLst>
              <a:path w="50482" h="80009">
                <a:moveTo>
                  <a:pt x="0" y="0"/>
                </a:moveTo>
                <a:cubicBezTo>
                  <a:pt x="10478" y="21908"/>
                  <a:pt x="16192" y="48578"/>
                  <a:pt x="18097" y="80010"/>
                </a:cubicBezTo>
                <a:lnTo>
                  <a:pt x="50482" y="80010"/>
                </a:lnTo>
                <a:cubicBezTo>
                  <a:pt x="45720" y="46672"/>
                  <a:pt x="27622" y="18097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375" name="Google Shape;375;p29">
            <a:extLst>
              <a:ext uri="{FF2B5EF4-FFF2-40B4-BE49-F238E27FC236}">
                <ns2:creationId id="{F204A529-0F45-4004-9281-E97469984FC0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908590" y="2032276"/>
            <a:ext cx="26629" cy="42205"/>
          </a:xfrm>
          <a:custGeom>
            <a:rect l="l" t="t" r="r" b="b"/>
            <a:pathLst>
              <a:path w="50482" h="80009">
                <a:moveTo>
                  <a:pt x="0" y="80010"/>
                </a:moveTo>
                <a:lnTo>
                  <a:pt x="32385" y="80010"/>
                </a:lnTo>
                <a:cubicBezTo>
                  <a:pt x="34290" y="49530"/>
                  <a:pt x="40957" y="21908"/>
                  <a:pt x="50482" y="0"/>
                </a:cubicBezTo>
                <a:cubicBezTo>
                  <a:pt x="22860" y="18097"/>
                  <a:pt x="4763" y="46672"/>
                  <a:pt x="0" y="80010"/>
                </a:cubicBezTo>
                <a:lnTo>
                  <a:pt x="0" y="8001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376" name="Google Shape;376;p29">
            <a:extLst>
              <a:ext uri="{FF2B5EF4-FFF2-40B4-BE49-F238E27FC236}">
                <ns2:creationId id="{D052108C-12D9-4D21-931D-713C63E73FED}"/>
              </a:ext>
            </a:extLst>
          </p:cNvPr>
          <p:cNvSpPr>
            <a:spLocks noGrp="1"/>
          </p:cNvSpPr>
          <p:nvPr/>
        </p:nvSpPr>
        <p:spPr>
          <a:xfrm rot="0" flipH="0" flipV="0">
            <a:off x="3001757" y="2091702"/>
            <a:ext cx="26629" cy="42205"/>
          </a:xfrm>
          <a:custGeom>
            <a:rect l="l" t="t" r="r" b="b"/>
            <a:pathLst>
              <a:path w="50482" h="80009">
                <a:moveTo>
                  <a:pt x="0" y="80010"/>
                </a:moveTo>
                <a:cubicBezTo>
                  <a:pt x="26670" y="61913"/>
                  <a:pt x="45720" y="33338"/>
                  <a:pt x="50482" y="0"/>
                </a:cubicBezTo>
                <a:lnTo>
                  <a:pt x="18097" y="0"/>
                </a:lnTo>
                <a:cubicBezTo>
                  <a:pt x="17145" y="31432"/>
                  <a:pt x="10478" y="58102"/>
                  <a:pt x="0" y="80010"/>
                </a:cubicBezTo>
                <a:lnTo>
                  <a:pt x="0" y="8001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377" name="Google Shape;377;p29">
            <a:extLst>
              <a:ext uri="{FF2B5EF4-FFF2-40B4-BE49-F238E27FC236}">
                <ns2:creationId id="{FF9391F7-7388-4217-AB92-61EB5AC544A4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908590" y="2091702"/>
            <a:ext cx="26629" cy="42205"/>
          </a:xfrm>
          <a:custGeom>
            <a:rect l="l" t="t" r="r" b="b"/>
            <a:pathLst>
              <a:path w="50482" h="80009">
                <a:moveTo>
                  <a:pt x="0" y="0"/>
                </a:moveTo>
                <a:cubicBezTo>
                  <a:pt x="4763" y="33338"/>
                  <a:pt x="23813" y="61913"/>
                  <a:pt x="50482" y="80010"/>
                </a:cubicBezTo>
                <a:cubicBezTo>
                  <a:pt x="40005" y="58102"/>
                  <a:pt x="34290" y="31432"/>
                  <a:pt x="32385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378" name="Google Shape;378;p29">
            <a:extLst>
              <a:ext uri="{FF2B5EF4-FFF2-40B4-BE49-F238E27FC236}">
                <ns2:creationId id="{4C035C3C-9400-4F04-ADB4-C02473872F63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819955" y="1934577"/>
            <a:ext cx="296442" cy="296442"/>
          </a:xfrm>
          <a:custGeom>
            <a:rect l="l" t="t" r="r" b="b"/>
            <a:pathLst>
              <a:path w="561975" h="561975">
                <a:moveTo>
                  <a:pt x="545782" y="263843"/>
                </a:moveTo>
                <a:lnTo>
                  <a:pt x="494347" y="263843"/>
                </a:lnTo>
                <a:cubicBezTo>
                  <a:pt x="485775" y="159068"/>
                  <a:pt x="401955" y="76200"/>
                  <a:pt x="297180" y="67628"/>
                </a:cubicBezTo>
                <a:lnTo>
                  <a:pt x="297180" y="16193"/>
                </a:lnTo>
                <a:cubicBezTo>
                  <a:pt x="297180" y="6668"/>
                  <a:pt x="289560" y="0"/>
                  <a:pt x="280988" y="0"/>
                </a:cubicBezTo>
                <a:cubicBezTo>
                  <a:pt x="271463" y="0"/>
                  <a:pt x="264795" y="7620"/>
                  <a:pt x="264795" y="16193"/>
                </a:cubicBezTo>
                <a:lnTo>
                  <a:pt x="264795" y="67628"/>
                </a:lnTo>
                <a:cubicBezTo>
                  <a:pt x="160020" y="75248"/>
                  <a:pt x="76200" y="160020"/>
                  <a:pt x="67628" y="264795"/>
                </a:cubicBezTo>
                <a:lnTo>
                  <a:pt x="16193" y="264795"/>
                </a:lnTo>
                <a:cubicBezTo>
                  <a:pt x="6668" y="264795"/>
                  <a:pt x="0" y="272415"/>
                  <a:pt x="0" y="280988"/>
                </a:cubicBezTo>
                <a:cubicBezTo>
                  <a:pt x="0" y="290513"/>
                  <a:pt x="7620" y="297180"/>
                  <a:pt x="16193" y="297180"/>
                </a:cubicBezTo>
                <a:lnTo>
                  <a:pt x="67628" y="297180"/>
                </a:lnTo>
                <a:cubicBezTo>
                  <a:pt x="75247" y="401955"/>
                  <a:pt x="160020" y="485775"/>
                  <a:pt x="264795" y="494348"/>
                </a:cubicBezTo>
                <a:lnTo>
                  <a:pt x="264795" y="545783"/>
                </a:lnTo>
                <a:cubicBezTo>
                  <a:pt x="264795" y="555308"/>
                  <a:pt x="272415" y="561975"/>
                  <a:pt x="280988" y="561975"/>
                </a:cubicBezTo>
                <a:cubicBezTo>
                  <a:pt x="290513" y="561975"/>
                  <a:pt x="297180" y="554355"/>
                  <a:pt x="297180" y="545783"/>
                </a:cubicBezTo>
                <a:lnTo>
                  <a:pt x="297180" y="494348"/>
                </a:lnTo>
                <a:cubicBezTo>
                  <a:pt x="402907" y="486728"/>
                  <a:pt x="486728" y="401955"/>
                  <a:pt x="494347" y="296228"/>
                </a:cubicBezTo>
                <a:lnTo>
                  <a:pt x="545782" y="296228"/>
                </a:lnTo>
                <a:cubicBezTo>
                  <a:pt x="555307" y="296228"/>
                  <a:pt x="561975" y="288608"/>
                  <a:pt x="561975" y="280035"/>
                </a:cubicBezTo>
                <a:cubicBezTo>
                  <a:pt x="561975" y="270510"/>
                  <a:pt x="554355" y="263843"/>
                  <a:pt x="545782" y="263843"/>
                </a:cubicBezTo>
                <a:lnTo>
                  <a:pt x="545782" y="263843"/>
                </a:lnTo>
                <a:close/>
                <a:moveTo>
                  <a:pt x="280988" y="429578"/>
                </a:moveTo>
                <a:cubicBezTo>
                  <a:pt x="199072" y="429578"/>
                  <a:pt x="132397" y="362903"/>
                  <a:pt x="132397" y="280988"/>
                </a:cubicBezTo>
                <a:cubicBezTo>
                  <a:pt x="132397" y="199073"/>
                  <a:pt x="199072" y="132398"/>
                  <a:pt x="280988" y="132398"/>
                </a:cubicBezTo>
                <a:cubicBezTo>
                  <a:pt x="362903" y="132398"/>
                  <a:pt x="429578" y="199073"/>
                  <a:pt x="429578" y="280988"/>
                </a:cubicBezTo>
                <a:cubicBezTo>
                  <a:pt x="429578" y="362903"/>
                  <a:pt x="362903" y="429578"/>
                  <a:pt x="280988" y="429578"/>
                </a:cubicBezTo>
                <a:lnTo>
                  <a:pt x="280988" y="42957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380" name="Google Shape;380;p29">
            <a:extLst>
              <a:ext uri="{FF2B5EF4-FFF2-40B4-BE49-F238E27FC236}">
                <ns2:creationId id="{758A5E5B-96F0-4310-9F61-7830F8E095E0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166954" y="2022707"/>
            <a:ext cx="17585" cy="52254"/>
          </a:xfrm>
          <a:custGeom>
            <a:rect l="l" t="t" r="r" b="b"/>
            <a:pathLst>
              <a:path w="33337" h="99059">
                <a:moveTo>
                  <a:pt x="0" y="0"/>
                </a:moveTo>
                <a:lnTo>
                  <a:pt x="33337" y="0"/>
                </a:lnTo>
                <a:lnTo>
                  <a:pt x="33337" y="99060"/>
                </a:lnTo>
                <a:lnTo>
                  <a:pt x="0" y="9906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381" name="Google Shape;381;p29">
            <a:extLst>
              <a:ext uri="{FF2B5EF4-FFF2-40B4-BE49-F238E27FC236}">
                <ns2:creationId id="{744265DF-3C18-4FE2-9699-16CC198F4971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201703" y="2057456"/>
            <a:ext cx="17585" cy="17585"/>
          </a:xfrm>
          <a:custGeom>
            <a:rect l="l" t="t" r="r" b="b"/>
            <a:pathLst>
              <a:path w="33337" h="33337">
                <a:moveTo>
                  <a:pt x="0" y="0"/>
                </a:moveTo>
                <a:lnTo>
                  <a:pt x="33338" y="0"/>
                </a:lnTo>
                <a:lnTo>
                  <a:pt x="33338" y="33337"/>
                </a:lnTo>
                <a:lnTo>
                  <a:pt x="0" y="3333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382" name="Google Shape;382;p29">
            <a:extLst>
              <a:ext uri="{FF2B5EF4-FFF2-40B4-BE49-F238E27FC236}">
                <ns2:creationId id="{D27AD917-400B-4488-99F7-68FDB7B922D0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132205" y="2039830"/>
            <a:ext cx="17585" cy="34668"/>
          </a:xfrm>
          <a:custGeom>
            <a:rect l="l" t="t" r="r" b="b"/>
            <a:pathLst>
              <a:path w="33337" h="65722">
                <a:moveTo>
                  <a:pt x="0" y="0"/>
                </a:moveTo>
                <a:lnTo>
                  <a:pt x="33338" y="0"/>
                </a:lnTo>
                <a:lnTo>
                  <a:pt x="33338" y="65722"/>
                </a:lnTo>
                <a:lnTo>
                  <a:pt x="0" y="6572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383" name="Google Shape;383;p29">
            <a:extLst>
              <a:ext uri="{FF2B5EF4-FFF2-40B4-BE49-F238E27FC236}">
                <ns2:creationId id="{D93CCDA6-F2A7-47EF-82BE-01FC9730B606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062204" y="1970332"/>
            <a:ext cx="226602" cy="139177"/>
          </a:xfrm>
          <a:custGeom>
            <a:rect l="l" t="t" r="r" b="b"/>
            <a:pathLst>
              <a:path w="429577" h="263842">
                <a:moveTo>
                  <a:pt x="429577" y="263843"/>
                </a:moveTo>
                <a:lnTo>
                  <a:pt x="429577" y="16193"/>
                </a:lnTo>
                <a:cubicBezTo>
                  <a:pt x="429577" y="6668"/>
                  <a:pt x="421957" y="0"/>
                  <a:pt x="413385" y="0"/>
                </a:cubicBezTo>
                <a:lnTo>
                  <a:pt x="16193" y="0"/>
                </a:lnTo>
                <a:cubicBezTo>
                  <a:pt x="6668" y="0"/>
                  <a:pt x="0" y="7620"/>
                  <a:pt x="0" y="16193"/>
                </a:cubicBezTo>
                <a:lnTo>
                  <a:pt x="0" y="262890"/>
                </a:lnTo>
                <a:lnTo>
                  <a:pt x="429577" y="262890"/>
                </a:lnTo>
                <a:close/>
                <a:moveTo>
                  <a:pt x="280035" y="131445"/>
                </a:moveTo>
                <a:lnTo>
                  <a:pt x="313373" y="131445"/>
                </a:lnTo>
                <a:cubicBezTo>
                  <a:pt x="322898" y="131445"/>
                  <a:pt x="329565" y="139065"/>
                  <a:pt x="329565" y="147638"/>
                </a:cubicBezTo>
                <a:lnTo>
                  <a:pt x="329565" y="213360"/>
                </a:lnTo>
                <a:cubicBezTo>
                  <a:pt x="329565" y="222885"/>
                  <a:pt x="321945" y="229553"/>
                  <a:pt x="313373" y="229553"/>
                </a:cubicBezTo>
                <a:lnTo>
                  <a:pt x="116205" y="229553"/>
                </a:lnTo>
                <a:cubicBezTo>
                  <a:pt x="106680" y="229553"/>
                  <a:pt x="100013" y="221933"/>
                  <a:pt x="100013" y="213360"/>
                </a:cubicBezTo>
                <a:lnTo>
                  <a:pt x="100013" y="115253"/>
                </a:lnTo>
                <a:cubicBezTo>
                  <a:pt x="100013" y="105728"/>
                  <a:pt x="107632" y="99060"/>
                  <a:pt x="116205" y="99060"/>
                </a:cubicBezTo>
                <a:lnTo>
                  <a:pt x="165735" y="99060"/>
                </a:lnTo>
                <a:lnTo>
                  <a:pt x="165735" y="82868"/>
                </a:lnTo>
                <a:cubicBezTo>
                  <a:pt x="165735" y="73343"/>
                  <a:pt x="173355" y="66675"/>
                  <a:pt x="181927" y="66675"/>
                </a:cubicBezTo>
                <a:lnTo>
                  <a:pt x="247650" y="66675"/>
                </a:lnTo>
                <a:cubicBezTo>
                  <a:pt x="257175" y="66675"/>
                  <a:pt x="263843" y="74295"/>
                  <a:pt x="263843" y="82868"/>
                </a:cubicBezTo>
                <a:lnTo>
                  <a:pt x="263843" y="132398"/>
                </a:lnTo>
                <a:lnTo>
                  <a:pt x="280035" y="13239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385" name="Google Shape;385;p29">
            <a:extLst>
              <a:ext uri="{FF2B5EF4-FFF2-40B4-BE49-F238E27FC236}">
                <ns2:creationId id="{D7EA6301-5667-4B24-80B6-F19076C4DF2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130075" y="2161682"/>
            <a:ext cx="90645" cy="34747"/>
          </a:xfrm>
          <a:custGeom>
            <a:rect l="l" t="t" r="r" b="b"/>
            <a:pathLst>
              <a:path w="171450" h="65722">
                <a:moveTo>
                  <a:pt x="16193" y="0"/>
                </a:moveTo>
                <a:lnTo>
                  <a:pt x="0" y="65723"/>
                </a:lnTo>
                <a:lnTo>
                  <a:pt x="171450" y="65723"/>
                </a:lnTo>
                <a:lnTo>
                  <a:pt x="155257" y="0"/>
                </a:lnTo>
                <a:lnTo>
                  <a:pt x="1619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386" name="Google Shape;386;p29">
            <a:extLst>
              <a:ext uri="{FF2B5EF4-FFF2-40B4-BE49-F238E27FC236}">
                <ns2:creationId id="{50A9592B-D06F-4238-9C5D-04CB67BE046E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026935" y="2126935"/>
            <a:ext cx="298226" cy="69494"/>
          </a:xfrm>
          <a:custGeom>
            <a:rect l="l" t="t" r="r" b="b"/>
            <a:pathLst>
              <a:path w="564075" h="131444">
                <a:moveTo>
                  <a:pt x="506550" y="0"/>
                </a:moveTo>
                <a:lnTo>
                  <a:pt x="56018" y="0"/>
                </a:lnTo>
                <a:lnTo>
                  <a:pt x="1725" y="107632"/>
                </a:lnTo>
                <a:cubicBezTo>
                  <a:pt x="-1132" y="112395"/>
                  <a:pt x="-180" y="119063"/>
                  <a:pt x="2678" y="123825"/>
                </a:cubicBezTo>
                <a:cubicBezTo>
                  <a:pt x="5535" y="128588"/>
                  <a:pt x="11250" y="131445"/>
                  <a:pt x="16965" y="131445"/>
                </a:cubicBezTo>
                <a:lnTo>
                  <a:pt x="161745" y="131445"/>
                </a:lnTo>
                <a:lnTo>
                  <a:pt x="183653" y="44768"/>
                </a:lnTo>
                <a:cubicBezTo>
                  <a:pt x="185558" y="37147"/>
                  <a:pt x="192225" y="32385"/>
                  <a:pt x="199845" y="32385"/>
                </a:cubicBezTo>
                <a:lnTo>
                  <a:pt x="364628" y="32385"/>
                </a:lnTo>
                <a:cubicBezTo>
                  <a:pt x="372248" y="32385"/>
                  <a:pt x="378915" y="37147"/>
                  <a:pt x="380820" y="44768"/>
                </a:cubicBezTo>
                <a:lnTo>
                  <a:pt x="402728" y="131445"/>
                </a:lnTo>
                <a:lnTo>
                  <a:pt x="547508" y="131445"/>
                </a:lnTo>
                <a:cubicBezTo>
                  <a:pt x="553223" y="131445"/>
                  <a:pt x="558938" y="128588"/>
                  <a:pt x="561795" y="123825"/>
                </a:cubicBezTo>
                <a:cubicBezTo>
                  <a:pt x="564653" y="119063"/>
                  <a:pt x="564653" y="113347"/>
                  <a:pt x="562748" y="107632"/>
                </a:cubicBezTo>
                <a:lnTo>
                  <a:pt x="50655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 xmlns:ns2="http://schemas.microsoft.com/office/drawing/2014/main">
        <p:nvSpPr>
          <p:cNvPr id="388" name="Google Shape;388;p29">
            <a:extLst>
              <a:ext uri="{FF2B5EF4-FFF2-40B4-BE49-F238E27FC236}">
                <ns2:creationId id="{6EA43524-3C29-466B-B9CB-8FF0D174CFAD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94322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389" name="Google Shape;389;p29">
            <a:extLst>
              <a:ext uri="{FF2B5EF4-FFF2-40B4-BE49-F238E27FC236}">
                <ns2:creationId id="{658B2089-1E53-4D7F-84D4-7A00827EEA31}"/>
              </a:ext>
            </a:extLst>
          </p:cNvPr>
          <p:cNvSpPr>
            <a:spLocks noGrp="1"/>
          </p:cNvSpPr>
          <p:nvPr/>
        </p:nvSpPr>
        <p:spPr>
          <a:xfrm rot="0" flipH="0" flipV="0">
            <a:off x="322897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390" name="Google Shape;390;p29">
            <a:extLst>
              <a:ext uri="{FF2B5EF4-FFF2-40B4-BE49-F238E27FC236}">
                <ns2:creationId id="{D62DD3A3-36FE-40A1-A5B8-1F232CE337D3}"/>
              </a:ext>
            </a:extLst>
          </p:cNvPr>
          <p:cNvSpPr>
            <a:spLocks noGrp="1"/>
          </p:cNvSpPr>
          <p:nvPr/>
        </p:nvSpPr>
        <p:spPr>
          <a:xfrm rot="0" flipH="0" flipV="0">
            <a:off x="3514725" y="4724400"/>
            <a:ext cx="104775" cy="104775"/>
          </a:xfrm>
          <a:prstGeom prst="ellipse">
            <a:avLst/>
          </a:prstGeom>
          <a:solidFill>
            <a:srgbClr val="E6907D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391" name="Google Shape;391;p29">
            <a:extLst>
              <a:ext uri="{FF2B5EF4-FFF2-40B4-BE49-F238E27FC236}">
                <ns2:creationId id="{900FC1D8-0DEC-4BB9-9EE6-546DEF0C6A45}"/>
              </a:ext>
            </a:extLst>
          </p:cNvPr>
          <p:cNvSpPr>
            <a:spLocks noGrp="1"/>
          </p:cNvSpPr>
          <p:nvPr/>
        </p:nvSpPr>
        <p:spPr>
          <a:xfrm rot="0" flipH="0" flipV="0">
            <a:off x="380047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392" name="Google Shape;392;p29">
            <a:extLst>
              <a:ext uri="{FF2B5EF4-FFF2-40B4-BE49-F238E27FC236}">
                <ns2:creationId id="{462E9A94-F874-4CA9-A8F0-19B0B640D439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08622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393" name="Google Shape;393;p29">
            <a:extLst>
              <a:ext uri="{FF2B5EF4-FFF2-40B4-BE49-F238E27FC236}">
                <ns2:creationId id="{27C51576-DFCB-4430-9591-0F5D8A27DBA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37197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394" name="Google Shape;394;p29">
            <a:extLst>
              <a:ext uri="{FF2B5EF4-FFF2-40B4-BE49-F238E27FC236}">
                <ns2:creationId id="{E969E0E2-553B-453B-957B-1F75A5B3B6C2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65772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395" name="Google Shape;395;p29">
            <a:extLst>
              <a:ext uri="{FF2B5EF4-FFF2-40B4-BE49-F238E27FC236}">
                <ns2:creationId id="{11E85D48-3FFE-42A3-9EE7-2A1FB0371A06}"/>
              </a:ext>
            </a:extLst>
          </p:cNvPr>
          <p:cNvSpPr>
            <a:spLocks noGrp="1"/>
          </p:cNvSpPr>
          <p:nvPr/>
        </p:nvSpPr>
        <p:spPr>
          <a:xfrm rot="0" flipH="0" flipV="0">
            <a:off x="494347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396" name="Google Shape;396;p29">
            <a:extLst>
              <a:ext uri="{FF2B5EF4-FFF2-40B4-BE49-F238E27FC236}">
                <ns2:creationId id="{41E18A55-EA55-403F-93B4-CDF1DAD08559}"/>
              </a:ext>
            </a:extLst>
          </p:cNvPr>
          <p:cNvSpPr>
            <a:spLocks noGrp="1"/>
          </p:cNvSpPr>
          <p:nvPr/>
        </p:nvSpPr>
        <p:spPr>
          <a:xfrm rot="0" flipH="0" flipV="0">
            <a:off x="522922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397" name="Google Shape;397;p29">
            <a:extLst>
              <a:ext uri="{FF2B5EF4-FFF2-40B4-BE49-F238E27FC236}">
                <ns2:creationId id="{6DFD4BC8-262E-4340-9B0F-4CF8FFC52B10}"/>
              </a:ext>
            </a:extLst>
          </p:cNvPr>
          <p:cNvSpPr>
            <a:spLocks noGrp="1"/>
          </p:cNvSpPr>
          <p:nvPr/>
        </p:nvSpPr>
        <p:spPr>
          <a:xfrm rot="0" flipH="0" flipV="0">
            <a:off x="551497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398" name="Google Shape;398;p29">
            <a:extLst>
              <a:ext uri="{FF2B5EF4-FFF2-40B4-BE49-F238E27FC236}">
                <ns2:creationId id="{DACC43CA-0501-4458-91F0-45D082071770}"/>
              </a:ext>
            </a:extLst>
          </p:cNvPr>
          <p:cNvSpPr>
            <a:spLocks noGrp="1"/>
          </p:cNvSpPr>
          <p:nvPr/>
        </p:nvSpPr>
        <p:spPr>
          <a:xfrm rot="0" flipH="0" flipV="0">
            <a:off x="580072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399" name="Google Shape;399;p29">
            <a:extLst>
              <a:ext uri="{FF2B5EF4-FFF2-40B4-BE49-F238E27FC236}">
                <ns2:creationId id="{4C6EEC65-424D-4A34-8B15-67314638D035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08647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00" name="Google Shape;400;p29">
            <a:extLst>
              <a:ext uri="{FF2B5EF4-FFF2-40B4-BE49-F238E27FC236}">
                <ns2:creationId id="{B7E0451B-EF67-48A9-9BF5-996A6FC90E4B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37222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01" name="Google Shape;401;p29">
            <a:extLst>
              <a:ext uri="{FF2B5EF4-FFF2-40B4-BE49-F238E27FC236}">
                <ns2:creationId id="{85A9CCCB-9C9B-4139-B34F-0DD83265A8D8}"/>
              </a:ext>
            </a:extLst>
          </p:cNvPr>
          <p:cNvSpPr>
            <a:spLocks noGrp="1"/>
          </p:cNvSpPr>
          <p:nvPr/>
        </p:nvSpPr>
        <p:spPr>
          <a:xfrm rot="0" flipH="0" flipV="0">
            <a:off x="5828210" y="4718600"/>
            <a:ext cx="116400" cy="116400"/>
          </a:xfrm>
          <a:prstGeom prst="ellipse">
            <a:avLst/>
          </a:prstGeom>
          <a:noFill/>
          <a:ln w="0">
            <a:noFill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02" name="Google Shape;402;p29">
            <a:extLst>
              <a:ext uri="{FF2B5EF4-FFF2-40B4-BE49-F238E27FC236}">
                <ns2:creationId id="{2C5C8ED5-D4E9-47CA-9BA9-B92A395B65A9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120302" y="4718600"/>
            <a:ext cx="116400" cy="116400"/>
          </a:xfrm>
          <a:prstGeom prst="ellipse">
            <a:avLst/>
          </a:prstGeom>
          <a:noFill/>
          <a:ln w="0">
            <a:noFill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03" name="Google Shape;403;p29">
            <a:extLst>
              <a:ext uri="{FF2B5EF4-FFF2-40B4-BE49-F238E27FC236}">
                <ns2:creationId id="{23BC8EC3-50BC-4170-BEEC-2AF332811165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412393" y="4718600"/>
            <a:ext cx="116400" cy="116400"/>
          </a:xfrm>
          <a:prstGeom prst="ellipse">
            <a:avLst/>
          </a:prstGeom>
          <a:noFill/>
          <a:ln w="0">
            <a:noFill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04" name="Google Shape;404;p29">
            <a:extLst>
              <a:ext uri="{FF2B5EF4-FFF2-40B4-BE49-F238E27FC236}">
                <ns2:creationId id="{6E40C3C9-1417-4F9F-ADB5-8DDB34C958CF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704485" y="4718600"/>
            <a:ext cx="116400" cy="116400"/>
          </a:xfrm>
          <a:prstGeom prst="ellipse">
            <a:avLst/>
          </a:prstGeom>
          <a:noFill/>
          <a:ln w="0">
            <a:noFill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05" name="Google Shape;405;p29">
            <a:extLst>
              <a:ext uri="{FF2B5EF4-FFF2-40B4-BE49-F238E27FC236}">
                <ns2:creationId id="{8032C29E-B1D4-438B-96A8-061F0EDA930A}"/>
              </a:ext>
            </a:extLst>
          </p:cNvPr>
          <p:cNvSpPr>
            <a:spLocks noGrp="1"/>
          </p:cNvSpPr>
          <p:nvPr/>
        </p:nvSpPr>
        <p:spPr>
          <a:xfrm rot="0" flipH="0" flipV="0">
            <a:off x="6996577" y="4718600"/>
            <a:ext cx="116400" cy="116400"/>
          </a:xfrm>
          <a:prstGeom prst="ellipse">
            <a:avLst/>
          </a:prstGeom>
          <a:noFill/>
          <a:ln w="0">
            <a:noFill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06" name="Google Shape;406;p29">
            <a:extLst>
              <a:ext uri="{FF2B5EF4-FFF2-40B4-BE49-F238E27FC236}">
                <ns2:creationId id="{9047F568-8EF3-488C-BDB8-5226923F77D4}"/>
              </a:ext>
            </a:extLst>
          </p:cNvPr>
          <p:cNvSpPr>
            <a:spLocks noGrp="1"/>
          </p:cNvSpPr>
          <p:nvPr/>
        </p:nvSpPr>
        <p:spPr>
          <a:xfrm rot="0" flipH="0" flipV="0">
            <a:off x="7288669" y="4718600"/>
            <a:ext cx="116400" cy="116400"/>
          </a:xfrm>
          <a:prstGeom prst="ellipse">
            <a:avLst/>
          </a:prstGeom>
          <a:noFill/>
          <a:ln w="0">
            <a:noFill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 xmlns:ns2="http://schemas.microsoft.com/office/drawing/2014/main">
        <p:nvSpPr>
          <p:cNvPr id="407" name="Google Shape;407;p29">
            <a:extLst>
              <a:ext uri="{FF2B5EF4-FFF2-40B4-BE49-F238E27FC236}">
                <ns2:creationId id="{0484B15C-DE93-4861-AC73-90CF2800202A}"/>
              </a:ext>
            </a:extLst>
          </p:cNvPr>
          <p:cNvSpPr>
            <a:spLocks noGrp="1"/>
          </p:cNvSpPr>
          <p:nvPr/>
        </p:nvSpPr>
        <p:spPr>
          <a:xfrm rot="0" flipH="0" flipV="0">
            <a:off x="2657475" y="4724400"/>
            <a:ext cx="104775" cy="104775"/>
          </a:xfrm>
          <a:prstGeom prst="ellipse">
            <a:avLst/>
          </a:prstGeom>
          <a:solidFill>
            <a:srgbClr val="FCF6E7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ea typeface="微软雅黑"/>
              </a:rPr>
              <a:t/>
            </a:r>
            <a:endParaRPr>
              <a:latin typeface="Open Sans"/>
              <a:ea typeface="Open Sans"/>
              <a:cs typeface="Open Sans"/>
            </a:endParaRPr>
          </a:p>
        </p:txBody>
      </p:sp>
      <p:sp>
        <p:nvSpPr>
          <p:cNvPr id="408" name="TextBox 407"/>
          <p:cNvSpPr txBox="1"/>
          <p:nvPr/>
        </p:nvSpPr>
        <p:spPr>
          <a:xfrm>
            <a:off x="723900" y="4250000"/>
            <a:ext cx="7715250" cy="420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A6678"/>
                </a:solidFill>
                <a:ea typeface="微软雅黑"/>
              </a:rPr>
              <a:t>差别不在模型本身，而在模型之外：上下文、确认、复核与持久化。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6550000" y="4880000"/>
            <a:ext cx="2360000" cy="200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5A6678"/>
                </a:solidFill>
                <a:ea typeface="微软雅黑"/>
              </a:rPr>
              <a:t>Campus Agent｜AIC-2026-15513467｜11/20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oting App Pitch Deck by Slidesgo">
  <a:themeElements>
    <a:clrScheme name="Simple Light">
      <a:dk1>
        <a:srgbClr val="24282A"/>
      </a:dk1>
      <a:lt1>
        <a:srgbClr val="F1E7D6"/>
      </a:lt1>
      <a:dk2>
        <a:srgbClr val="FCF6E7"/>
      </a:dk2>
      <a:lt2>
        <a:srgbClr val="EEBB90"/>
      </a:lt2>
      <a:accent1>
        <a:srgbClr val="E6907D"/>
      </a:accent1>
      <a:accent2>
        <a:srgbClr val="DD4F3D"/>
      </a:accent2>
      <a:accent3>
        <a:srgbClr val="BBC8BA"/>
      </a:accent3>
      <a:accent4>
        <a:srgbClr val="538786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2026-10-20T07:18:57.7850000Z</dcterms:created>
  <dcterms:modified xsi:type="dcterms:W3CDTF">2026-10-20T07:18:57.7850000Z</dcterms:modified>
</coreProperties>
</file>